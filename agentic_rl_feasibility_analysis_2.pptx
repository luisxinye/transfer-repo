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Agentic RL 后训练可行性分析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lang="zh-CN">
                <a:solidFill>
                  <a:srgbClr val="D8DDE4"/>
                </a:solidFill>
                <a:latin typeface="PingFang SC"/>
                <a:ea typeface="PingFang SC"/>
                <a:cs typeface="PingFang SC"/>
              </a:rPr>
              <a:t>内存峰值诉求  ·  带宽瓶颈判定（相对判据）</a:t>
            </a:r>
          </a:p>
          <a:p>
            <a:pPr algn="l">
              <a:spcAft>
                <a:spcPts val="400"/>
              </a:spcAft>
            </a:pPr>
            <a:r>
              <a:rPr sz="13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(MoE) · 华为 A2 / A3 / 950DT · 文本 / 图片 / 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B8C0CC"/>
                </a:solidFill>
                <a:latin typeface="PingFang SC"/>
                <a:ea typeface="PingFang SC"/>
                <a:cs typeface="PingFang SC"/>
              </a:rPr>
              <a:t>内存看峰值（HBM + CPU DRAM，含沙箱细致建模）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带宽看相对：τ=通信/计算（能否掩盖）· ρ=通信/端到端（含序列化/Ray 开销，是否可忽略）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 · 方法总览：峰值内存 + 相对带宽判据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9280"/>
                <a:gridCol w="3253740"/>
                <a:gridCol w="604266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口径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判定方式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 die 峰值 = max(训练相, 推理相)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 vs per-die 64 / 64 / 72 GB（A2=A3）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单节点峰值 = Σ 同时驻留来源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 vs ~1.5 TB/节点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带宽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相对判据，不看绝对传输时间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 = 通信/计算（掩盖）；ρ = 未掩盖通信/端到端（占比）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带宽判定的两条原则</a:t>
            </a:r>
          </a:p>
          <a:p>
            <a:pPr algn="l">
              <a:spcAft>
                <a:spcPts val="400"/>
              </a:spcAft>
            </a:pPr>
            <a:r>
              <a:rPr sz="13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① 通信时间长 ≠ 瓶颈：若同阶段计算更长且可重叠，通信被掩盖 → 加带宽无收益（判据 τ）</a:t>
            </a:r>
          </a:p>
          <a:p>
            <a:pPr algn="l">
              <a:spcAft>
                <a:spcPts val="400"/>
              </a:spcAft>
            </a:pPr>
            <a:r>
              <a:rPr sz="13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② 即便某段通信无法掩盖，若相对端到端可忽略，也无必要加带宽（判据 ρ）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    端到端时间必须含：D2H/H2D 传输 + 序列化/反序列化 + Ray 静态开销（对经验数据面，这些软件开销 &gt;&gt; 线上传输）</a:t>
            </a:r>
          </a:p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单位口径：128 = die（=rank）；物理卡 A2 128 / A3 64 / 950DT 64。per-die 规格 A2=A3（64GB / 1.6TB/s / 196GB/s uni），950DT die 72GB / 2.0TB/s。τ 为比值，对 die/封装口径不变。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HBM 诉求（NPU 单卡峰值，训练相/推理相取 max）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训练相 = 静态40GB + 激活(∝S)   ·   推理相 = 权重底座9GB + KV(∝b×S)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3352"/>
                <a:gridCol w="2231136"/>
                <a:gridCol w="2417064"/>
                <a:gridCol w="1487424"/>
                <a:gridCol w="1487424"/>
                <a:gridCol w="18592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训练相峰值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推理相峰值(b=32)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A2(64)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A3(64)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950DT(72)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~53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~34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~65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~60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紧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~141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~211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3832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per-die 64/64/72（A2=A3，两列一致）；本表为基线 P0，图片/视频超限在 §1.5 由 memory-first 修复。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文本：训练相主导（53 vs 34），三代可行（A2/A3 均紧）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图片：基线训练 65GB &gt; 64 → A2、A3 均 ❌（per-die 相同）；开 SP（P1）降到 ~46GB → 三代 ✅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• 视频：两相都破，基线三代（含 950DT，211&gt;72）都放不下 → 必须 memory-first（P2：53/59，三代 ✅紧）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  per-die 下 HBM 已非区分代际的维度：A2=A3；代际差在 scale-up（§4）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并行配置（memory-first：先放下，再看带宽趋势）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视频 128k 两相破 HBM（激活 101GB、KV 211GB@b32）；基线靠降 b + offload 勉强塞下，压力转到 CPU DRAM。先用并行度放下，再看带宽变化。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78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9283"/>
                <a:gridCol w="2673675"/>
                <a:gridCol w="2304892"/>
                <a:gridCol w="3687828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切分对象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内存效果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新增 fabric 通信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EP=32（基线）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 MLP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专家权重/底座 /EP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all-to-all 12.3MB/token（基线）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TP=t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 维（注意力+dense）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激活、KV、底座 /t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all-reduce（尽量压节点内）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SP（= TP，0 额外占卡）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层边界残差/LN/dropout 激活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残差激活 /TP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RS+AG 替换 all-reduce，量≈不变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CP=c（额外占卡）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激活、KV /c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 all-to-all（跨节点则↑）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PP=p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stage /p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边界 P2P（廉价）+ bubble↓MFU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1772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为什么要开 SP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标准 TP 单独切时，层边界残差激活跨 TP rank 复制 → §1 的 101GB 在 TP4 下并没有 /4；Megatron SP 专切这部分，且 RS+AG 替换 all-reduce → 通信量≈不变。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开 SP 几乎不增通信、不额外占卡（SP 度数 = TP），应最先开。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五套配置 × 视频 128k 的 HBM 判定（N=128, EP=32）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128 卡 = TP×CP×PP×DP；SP=TP 不占卡；EP=32 骑在 DP 轴上（EP 与 DP 同数、指同一批卡）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11155677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5300"/>
                <a:gridCol w="2264686"/>
                <a:gridCol w="3019582"/>
                <a:gridCol w="2516318"/>
                <a:gridCol w="1509791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度数元组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训练相 静态+激活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推理相 底座+KV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 offload?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 基线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TP4·SP✗·DP32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40+101 = 141 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9+6.3b：b32=211 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 开 SP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TP4·SP4·DP32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40+25 = 65：A2/A3❌ 950DT✅紧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 P0 = 211 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 ★ TP↑+SP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TP8·SP8·DP16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40+13 = 53 ✅（三代）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9+3.15b：b16=59 ✅紧（三代）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是（b≤16）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P3 +CP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TP4·SP4·CP4·DP8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40+6 = 46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KV/16：b32≈30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 +PP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TP2·SP2·PP4·DP16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stage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（推理不用 PP）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是（训练相）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348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判定容量 per-die：A2 64 / A3 64 / 950DT 72（A2=A3）。训练激活 ∝ 101/(TP×CP)、推理 KV ∝ 6.3b/(TP×CP)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P1：SP 只修训练激活（65&gt;64 → A2/A3 仍 ❌，仅 950DT 过）；推理 KV 未动仍超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P2：TP8 同时切激活(/8)与 KV(/2)，59GB 三代 ✅紧、免 offload；训练/推理共用 TP8，切换不重排</a:t>
            </a:r>
          </a:p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• EP 卡账：per-die 64GB 下若 EP 落成 16（+14GB→67&gt;64）A2/A3 均 ❌ → 必须 ETP 保 EP=32（专家/32→53✅）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P0 基线汇总矩阵　TP4·SP✗·DP32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950DT（per-die 64/64/72，A2=A3）　·　基线 = §7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/>
                <a:gridCol w="2320381"/>
                <a:gridCol w="2320381"/>
                <a:gridCol w="374830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✅紧 / ✅紧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❌ / ✅紧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❌ / 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✅~⚠️（最坏堆叠 1.4TB ❌）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offload→PCIe 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per-die：A2=A3 的 HBM 列一致。图片训练 65&gt;64 → A3 也 ❌；视频基线三代破，均需 memory-first。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P1 汇总矩阵　TP4·SP4·DP32（开 SP）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950DT（per-die，A2=A3）　·　SP 只修训练激活，推理 KV 未动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/>
                <a:gridCol w="2320381"/>
                <a:gridCol w="2320381"/>
                <a:gridCol w="374830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✅紧 / ✅紧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❌ / ❌（推理 KV 211 仍破）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✅~⚠️（同 P0，1.4TB）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✅✅（SP 不加跨节点）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 P0（offload→PCIe ❌）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相对 P0：图片训练 /4 → 46GB，三代 ✅（推理 60 仅 ✅紧）；视频仍卡在推理 KV（211&gt;72）。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P2 ★ 汇总矩阵　TP8·SP8·DP16（TP↑，免 offload）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950DT（per-die，A2=A3）　·　训练激活 /8、推理 KV /2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/>
                <a:gridCol w="2320381"/>
                <a:gridCol w="2320381"/>
                <a:gridCol w="374830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✅紧¹ / ✅紧¹ / ✅（59GB，放下）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✅（免 offload，~0.6TB）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✅✅（TP8 落 UB 域内）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✅（KV/die 减半，免 PCIe）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¹ per-die 64GB 下 59GB 仅 ✅紧，且需 ETP 保 EP=32（EP16→67&gt;64 A2/A3 均❌）。A2 的 scale-up 本就 ❌ → A2 综合仍不可行，HBM ✅紧 仅指显存账。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P3 汇总矩阵　TP4·SP4·CP4·DP8（加 CP）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　·　内存最松，但 CP 加跨节点通信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/>
                <a:gridCol w="2320381"/>
                <a:gridCol w="2320381"/>
                <a:gridCol w="374830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✅（~50GB，最松）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✅（免 offload）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⚠️²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⚠️²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⚠️²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✅（KV/16，免 PCIe）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² CP 新增跨节点序列 all-to-all → 吃掉 A3 的 scale-up τ 富余（✅→⚠️），三列同降。仅当 S 超出 TP-SP 能切时才用。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P4 汇总矩阵　TP2·SP2·PP4·DP16（PP，训练相专用）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　·　PP 不进 rollout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/>
                <a:gridCol w="2320381"/>
                <a:gridCol w="2320381"/>
                <a:gridCol w="374830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HBM（训练相）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✅（每 stage 切层）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HBM（推理相）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回退非 PP（同 P2/P3）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须配 TP/CP ³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但 MFU↓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rollout 不用 PP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取决于回退布局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³ PP 不适配共卡多轮 rollout → 推理相须回退 P2/P3 布局、两相不一致须重排；PP 仅作训练相辅助，不能单独构成完整共卡配置。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五套配置横评 + 带宽趋势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63040"/>
                <a:gridCol w="1463040"/>
                <a:gridCol w="1645920"/>
                <a:gridCol w="1645920"/>
                <a:gridCol w="219456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维度（视频 128k）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 ★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P3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峰值（A2=A3）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✅（训练相）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 KV 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 τ（A3）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CP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MFU↓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/ PCIe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两相切换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 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须重排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977639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带宽趋势：落地顺序与代价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① 开 SP（免费降内存、通信持平）→ ② 抬 TP 到节点内 8（修推理 KV、免 offload，流量落 UB、EP τ 不变）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③ CP 是唯一真正抬高跨节点 scale-up 诉求的杠杆（✅→⚠️）→ ④ PP 用 MFU 换内存、仅训练相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A2：任何配置都救不活（EP=32 跨 8 卡岛、~75% 借道 RoCE，comm-bound 恒定）→ 只能上超节点 fabric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P2（TP8·SP8）：视频四项达标、免 offload、scale-up 不受损。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· CPU DRAM 诉求 —— 沙箱细致建模（单节点峰值）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峰值公式：DRAM_沙箱 = C_traj × f_sb × [ M_base + κ·(M_spike − M_base) ] + M_shared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RL 波同步：同波轨迹尖峰对齐、相关叠加（κ=0.5~0.8），按峰值记账、不能按平均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48840"/>
          <a:ext cx="1115567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2994"/>
                <a:gridCol w="1052422"/>
                <a:gridCol w="1262907"/>
                <a:gridCol w="1262907"/>
                <a:gridCol w="947180"/>
                <a:gridCol w="3157267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类型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f_sb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M_base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M_spike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κ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每节点峰值(64 并发)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轻工具（搜索/计算）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 GB（可忽略）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Coding 中等（解释器+科学库）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~106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SWE 重型（仓库+依赖+pytest）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~280 GB（含页缓存）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GUI（headless 浏览器）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~42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沙箱是 CPU DRAM 的主要不确定项：轻工具 GB 级可忽略，SWE 重型 ~280GB/节点（与视频 KV offload 同量级）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不可解析、需压测；降峰开关：降 rollout 并发 · 异步 rollout 打散 κ · 轻量沙箱(WASM/进程池) · 检索索引放独立节点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· CPU DRAM 峰值叠加与判定（vs 1.5 TB/节点）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79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6704"/>
                <a:gridCol w="1115568"/>
                <a:gridCol w="1301495"/>
                <a:gridCol w="1487424"/>
                <a:gridCol w="1022604"/>
                <a:gridCol w="1394460"/>
                <a:gridCol w="1487424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场景组合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缓冲区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offload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 offload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沙箱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 1.5TB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+ coding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~156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10%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+ GUI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~95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6%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轻工具 (A3)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~465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31%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SWE 重 (A3)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~741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49%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SWE 重 (A2, +优化器offload)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~917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61%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最坏堆叠 (b=16 + SWE + 索引100G)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~1.42 TB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95%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常规组合 1.5TB ✅ 够用（占 10%–50%）。危险 = 视频高并发 KV offload × 重型沙箱 × A2 优化器 offload 同时堆叠 → 逼近 1.5TB。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1–2 小结 · 内存两维度：HBM（单卡）+ CPU DRAM（单节点）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4572000"/>
                <a:gridCol w="46634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—— 单卡峰值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 —— 单节点峰值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口径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max(训练相, 推理相)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Σ 同一时刻驻留来源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容量线（per-die）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 64 / A3 64 / 950DT 72 GB（A2=A3）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~1.5 TB / 节点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主导项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训练激活 (∝S) · 推理 KV (∝b×S)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沙箱 + KV offload + 优化器 offload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卡脖子场景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128k：激活 141 / KV 211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SWE 重沙箱 + offload 堆叠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头号变量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序列长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沙箱类型（轻 ~4GB → SWE ~280GB）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解法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memory-first 并行 P2（TP8·SP8，免 offload）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降并发 / 异步 κ / 轻量沙箱；P2 消 KV 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两维通过 b 耦合：b 同时是推理 KV（HBM 旋钮）与沙箱并发 C_traj（DRAM 旋钮）→ P2 把视频 KV 塞回 HBM，HBM/DRAM 两侧同时受益（最坏堆叠 1.4TB → ~0.6TB）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常规场景两维都 ✅；唯一真难点是「视频 128k × 重型沙箱」，且已有解（P2 + 轻量沙箱 + A3），非结构性死结。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· 带宽判据框架：τ（计算掩盖）与 ρ（端到端占比）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743200"/>
                <a:gridCol w="2926080"/>
                <a:gridCol w="310896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判据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定义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 阈值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&gt; 阈值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 = T_comm / T_compute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通信能否被同阶段计算掩盖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τ&lt;0.5 ✅ 掩盖，加带宽无收益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τ&gt;1 ❌ comm-bound，需加带宽/换 fabric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 = T_未掩盖 / T_e2e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未掩盖通信相对端到端占比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ρ&lt;5% ✅ 可忽略，无必要加带宽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ρ&gt;15% ❌ 显著拖慢（多为软件开销）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3832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T_e2e = 计算 + 未掩盖通信 + 数据面（D2H/H2D + 序列化/反序列化 + Ray 静态开销）</a:t>
            </a:r>
          </a:p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分两类阶段：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带宽型（prefill / logprob / 训练 fwd+bwd，大消息批量）→ 用 τ 判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延迟型（decode，逐 token 串行 94 层×2 次小 all-to-all）→ 看每步通信能否藏进 KV 读窗口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τ 与场景近似无关（通信、计算同 ∝ tokens）；视频注意力 ∝S² 计算更重，τ 反而更小、更好藏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scale-up 带宽：EP all-to-all τ 判定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文本口径 · 单卡·每迭代 · 格式 T_comm / T_compute → 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463040"/>
                <a:gridCol w="2560320"/>
                <a:gridCol w="2377440"/>
                <a:gridCol w="237744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单卡通信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 (32.5GB/s)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(392GB/s)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 (2TB/s)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Rollout prefill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12.9 TB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398/308 → τ=1.29 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33/144 → τ=0.23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6/115 → τ=0.06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logprob 前向 (old+ref)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51.7 TB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1590/1230 → 1.29 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132/577 → 0.23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26/461 → 0.06 ✅✅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 fwd+bwd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51.7 TB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1590/1845 → 0.86 ⚠️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132/865 → 0.15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26/692 → 0.04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decode（延迟型）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99 MB/步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7.7ms vs 15.8ms ⚠️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0.8ms vs 7.9ms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0.43ms vs 6.3ms ✅✅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02336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• A2 ❌：纯前向 τ≈1.3（comm-bound）+ 训练 0.86 + 延迟长尾 → 瓶颈；解法是换超节点 fabric（结构），非渐进加带宽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A3 ✅：全阶段 τ=0.15–0.23，富余 4–6 倍 → 互联带宽不是瓶颈，加带宽无收益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950DT ✅✅：τ=0.04–0.06，富余 ~20 倍</a:t>
            </a:r>
          </a:p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• per-die：A2 die = A3 die 带宽相同（196GB/s uni）；差异在 fabric——A2 的 8-die 岛装不下 EP=32 → 借 RoCE ❌，A3 超节点 UB 装得下 → ✅。τ 是比值，die/封装口径不变。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 · scale-out 带宽：经验数据面（ρ 判据）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经验数据（边 C/E/F 含压缩帧）原始字节：任何代际都是零头（视频 170GB/16节点/25GB/s ≈ 0.4s）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7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064"/>
                <a:gridCol w="1494064"/>
                <a:gridCol w="2589711"/>
                <a:gridCol w="1992085"/>
                <a:gridCol w="1294855"/>
                <a:gridCol w="2290898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V_batch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T_dataplane(基线)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T_e2e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2.5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~20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~2620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可忽略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55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~370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~5240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~7%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可感知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170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~1130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~2万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可感知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任意 + TQ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同上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 &gt;10×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&lt;1%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79476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真实开销在软件路径，不是网卡：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T_dataplane = n_transits(基线≈10) × V/BW_serdes(driver单进程 pickle ~1.5GB/s) + Ray RPC 静态开销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图片/视频 ρ≈5–7% 的构成是 driver 序列化 + Ray 往返 —— 加网络带宽解决不了（线上传输占其中&lt;5%）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正解：TQ 控制面/数据面分离 + worker 直读写（n_transits 10→~0，serdes 并行）→ ρ&lt;1%，并消除 driver 单点汇聚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 · （下一步）显存带宽：decode 实为 KV-read bound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76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1076"/>
                <a:gridCol w="2522153"/>
                <a:gridCol w="1746106"/>
                <a:gridCol w="1746106"/>
                <a:gridCol w="1552094"/>
                <a:gridCol w="2328141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KV/die(文本 b=32)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BW/die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读/步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计算/步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互联通信/步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25.3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1.6 TB/s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15.8 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2.4 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7.7 ms（RoCE）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25.3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1.6 TB/s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15.8 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2.4 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~1.6 ms（UB）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25.3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2.0 TB/s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12.65 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1.8 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~0.9 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42900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per-die：A3 HBM BW = 1.6TB/s（= A2，封装 3.2÷2 die）→ KV 读 7.9→15.8ms。decode 仍 KV-read bound（判定不变）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A2=A3 的 KV 读相同（15.8ms），差异只在互联（7.7 RoCE vs 1.6 UB）；950DT 靠更高 die BW（2.0）领先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杠杆按序：FP8/INT8 KV（读量减半） &gt; 提高 HBM BW（代际） &gt; GQA（已用） &gt; 降并发（牺牲吞吐）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视频 KV offload 后每步还叠 PCIe 读 → 进一步恶化；互联通信仍藏进 KV 读窗口（1.6 ≪ 15.8）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· 汇总矩阵（A2 / A3 / 950DT）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77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8815"/>
                <a:gridCol w="2159163"/>
                <a:gridCol w="2159163"/>
                <a:gridCol w="3778536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峰值（per-die，A2=A3）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✅紧 / ✅紧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❌ / ✅紧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❌ / ❌ → P2 三代 ✅紧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 峰值（含沙箱）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~156GB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~95GB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✅~⚠️ 465–917GB（最坏 1.4TB ❌）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 判据）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offload 后转 PCIe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 判据）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ρ≈7%（软件）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ρ≈5–6%（软件）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per-die 下 HBM 已非区分代际的维度（A2=A3，都靠 memory-first）· 代际唯一实质差异是 scale-up fabric（A2 需换超节点）· scale-out 看软件路径（TQ 而非带宽）· 卡数 A2 128/A3 64/950DT 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 · 对带宽的诉求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① scale-up</a:t>
            </a:r>
          </a:p>
          <a:p>
            <a:pPr algn="l">
              <a:spcAft>
                <a:spcPts val="12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A2 comm-bound（纯前向 τ≈1.3）—— 要的是超节点 fabric（结构），非渐进加带宽；A3 τ≈0.15–0.23、950DT τ≈0.05，全部被计算掩盖 → 加互联带宽无收益。</a:t>
            </a:r>
          </a:p>
          <a:p>
            <a:pPr algn="l">
              <a:spcAft>
                <a:spcPts val="400"/>
              </a:spcAft>
            </a:pPr>
            <a:r>
              <a:rPr sz="16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② scale-out 网络</a:t>
            </a:r>
          </a:p>
          <a:p>
            <a:pPr algn="l">
              <a:spcAft>
                <a:spcPts val="12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经验数据原始字节秒级搬完，任何场景都无必要为数据面加网卡带宽；图片/视频 ρ≈5–7% 的开销是 driver 序列化 + Ray（软件）→ 解药是 TQ 直通，不是带宽。</a:t>
            </a:r>
          </a:p>
          <a:p>
            <a:pPr algn="l">
              <a:spcAft>
                <a:spcPts val="400"/>
              </a:spcAft>
            </a:pPr>
            <a:r>
              <a:rPr sz="16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③ HBM 带宽</a:t>
            </a:r>
          </a:p>
          <a:p>
            <a:pPr algn="l">
              <a:spcAft>
                <a:spcPts val="6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decode 每步 ~6.6:1 被 KV 读支配（per-die A3：KV 读 15.8ms vs 计算 2.4ms；A2=A3）→ FP8 KV、更高 HBM BW 代际（950DT die 2.0）、避免 KV 落 PCIe，才是 rollout 侧的带宽杠杆。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/>
            <a:r>
              <a:rPr sz="13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内存看峰值、带宽看相对：scale-up 看代际，scale-out 是软件问题，带宽杠杆在 HBM。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