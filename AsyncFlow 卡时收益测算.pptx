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93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这份材料回答一个问题：AsyncFlow 在 agentic RL 和 RSI 阶段能省多少卡时。LLM RL 阶段有 AsyncFlow 实测（数学推理任务），后面两个阶段是用同一套公式外推的。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三组端到端结果都是相同总卡数下的 TPS/die 对比。30B 和 7B 的响应长度长尾很重（最大 16k、平均约 1k），所以收益大；92B 平均 12k、最大 32k，尾部轻，而且受 192 卡规模限制，瓶颈转到了 Trainer。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四个阶段的数字都来自同一个模型。LLM RL 阶段用 AsyncFlow 的三组实测校准，模型复现误差在 5% 以内。后面三个阶段是外推，最重要的假设是轨迹尾部比和单控制器每 token 开销，保守到乐观的区间见趋势页页脚。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公式是为这份测算自建的模型，四个阶段共用。T0 是理想单步耗时：所有卡满效率、不空等、不切换、没有数据面开销；T 是实际单步耗时相对 T0 的倍数。U同步、U流式由 AsyncFlow 技术文档 §4.4.1 的引擎单步耗时 a·c + b 推导：同步批要等最长轨迹，耗时 = a × c0 × 平均长度 + b × 最长长度；流式时并发始终保持在 c0。ETTR 用经典的检查点重启期望时间公式，故障率取 Llama 3 报告的 2e-5 /卡·时。单控制器每 token 1.5 µs，参考 DistFlow 测得 verl 为 3.4 µs。用 r = 0.5、ι = 12% 和反推的切换开销，模型给出 3.61× / 3.28× / 1.70×，实测为 3.81× / 3.27× / 1.68×。后三个阶段的 r、τ、工具等待、重 prefill 都是假设值。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按顺序讲：先是引擎模型，一步 decode 的耗时 = a·c + b，b 是读一遍权重的固定开销，a 是每多一条序列要多读的 KV 和多做的计算。由此吞吐 = c ÷ (a·c + b)，并发无穷大时上限是 1/a；令吞吐等于上限一半，解出 c_half = b/a，也就是读所有序列 KV 的时间正好等于读一遍权重的时间。F 把引擎的并发表示成 c_half 的倍数。同步批要一直跑到最长那条结束，步数是 L_max，每一步都要付一次 b，而有效工作只有 a·c0·L_avg，所以 U同步 = F ÷ (F + τ)。流式每结束一条就补一条，并发一直是 c0，每步效率都是 F ÷ (F + 1)。例子里 a = 0.1 ms、b = 20 ms 是示意值：同步批 140 s 的固定开销大多花在最后只剩几条长轨迹的尾巴上。利用率都是相对理论上限 1/a 算的，所以流式也只有 75%；两种方案用同一个基准，比值不受影响。agentic 场景下工具等待会让 τ 进一步放大：τ_eff = τ × (1 + (F + 1) × φ ÷ (1 − φ))，φ 是工具等待占一轮的比例。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四个阶段的工作量定义和上一份 TQ 报告一致，方便两份材料对照。每迭代 token = 轨迹数 × 轨迹长度。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蓝线是 AsyncFlow 中性档，阴影是保守到乐观。最左边是 LLM RL 三组实测（7B / 30B / 92B）换算成的卡时节省区间，中性档落在区间里偏保守的位置。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相对比例在 Agentic 阶段和 LLM RL 差不多，但一次 agentic 训练的卡时是 LLM RL 的 20 多倍，省下的绝对量也跟着放大。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分池 + FlexFetch 这一段是去掉共卡的模式切换和 offload，换成 FlexFetch 后只露出一小部分权重同步时间。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场景还在打通中，所以 Agentic 和 RSI 两个阶段的数字要等 agentic 适配完成后，用实测再校准一次。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5664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2250"/>
            <a:ext cx="10566400" cy="415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5664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2250"/>
            <a:ext cx="10566400" cy="415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018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F0A3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RL 后训练 · 收益量化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04740"/>
            <a:ext cx="10883392" cy="7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AsyncFlow 卡时收益测算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85170"/>
            <a:ext cx="98107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B8C2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从 LLM RL 到 Agentic RL，再到 RSI：轨迹走向 500 轮 / 500k token，模型走向 10T / 50T，硬件按昇腾 Atlas A3 与 Atlas 950 SuperPoD（950DT）计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524970"/>
            <a:ext cx="7923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8C2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77851" y="4524970"/>
            <a:ext cx="45518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8C2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测算模型校准自 AsyncFlow 实测（7B / 30B / 92B）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已有实测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RL 已实测 1.68–3.81×，agentic RL</a:t>
            </a:r>
            <a:r>
              <a:rPr lang="zh-CN" altLang="en-US" sz="28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28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尚无实测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290698"/>
              </p:ext>
            </p:extLst>
          </p:nvPr>
        </p:nvGraphicFramePr>
        <p:xfrm>
          <a:off x="825500" y="2878823"/>
          <a:ext cx="10553700" cy="1437284"/>
        </p:xfrm>
        <a:graphic>
          <a:graphicData uri="http://schemas.openxmlformats.org/drawingml/2006/table">
            <a:tbl>
              <a:tblPr/>
              <a:tblGrid>
                <a:gridCol w="232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4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16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模型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规模（A3）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同步基线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AsyncFlow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倍数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Qwen2.5-Math-7B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64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59.3 TPS/die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226.8 TPS/die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3.81×（FullyAsync 2.52×）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Qwen3-30B-A3B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128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47.7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155.9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3.27×（比 FullyAsync 高 92.7%）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openPangu2-R-92B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192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23.3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39.1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1.68×（瓶颈已转到 Trainer）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12800" y="6238280"/>
            <a:ext cx="48957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来源：AsyncFlow 技术文档 §4.2–4.3（昇腾 ModelArts A3）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结论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AsyncFlow 省约一半卡时，到 RSI 规模升到六成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3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RL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30B · A3 256 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23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−51%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223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2.0×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23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−25% ～ −77%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23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10.6万 → 5.2万 卡时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23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2.5 → 1.2 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083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147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RL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47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1.6T · A3 384 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147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−47%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7147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1.9×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147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−26% ～ −72%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147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233万 → 123万 卡时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147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36.2 → 19.1 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07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71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RSI · 10T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71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950DT · 4,096 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71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−59%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4071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2.5×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71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−30% ～ −87%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71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1,821万 → 742万 卡时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71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26.5 → 10.8 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931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995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RSI · 50T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995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950DT · 20,480 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995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−61%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90995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2.6×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995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−30% ～ 基线不可行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995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1.43亿 → 5,611万 卡时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995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41.6 → 16.3 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458951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RL：已有实测 1.68–3.81×（卡时 −40%～−74%），测算中性档取尾部比的中值，得 2.0×。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800" y="485874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RL：相对收益与 LLM RL 持平，但每次训练省下的卡时放大约 20 倍。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2800" y="512797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RSI：单控制器数据面随集群吞吐线性变贵，差距继续拉开，10T −59%、50T −61%。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2800" y="6238280"/>
            <a:ext cx="6736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大数字 = 中性档卡时节省；区间为保守～乐观；卡时均按整卡计（A3 一卡 = 2 die）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测算方法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 = 卡数 × 单步耗时 × 步数，两种方案只差单步耗时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1796605"/>
        </p:xfrm>
        <a:graphic>
          <a:graphicData uri="http://schemas.openxmlformats.org/drawingml/2006/table">
            <a:tbl>
              <a:tblPr/>
              <a:tblGrid>
                <a:gridCol w="232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1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整次训练卡时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卡数 × T × T0 × 步数 × (1 + δ) ÷ ETTR　　（单步耗时 = T × T0）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节省 / 吞吐倍数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节省 = 1 − AsyncFlow 卡时 ÷ 共卡卡时；吞吐倍数 = 共卡卡时 ÷ AsyncFlow 卡时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 · 共卡同步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 ÷ U同步 + (1 − r) + 切换开销 + 单控制器数据面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 · AsyncFlow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[r ÷ U流式 + (1 − r)] ÷ (1 − ι) + 重 prefill + 权重同步 + TQ 数据面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rollout 利用率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U同步 = F ÷ (F + τ)　　U流式 = F ÷ (F + 1)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3704729"/>
            <a:ext cx="5175250" cy="1565771"/>
          </a:xfrm>
          <a:prstGeom prst="roundRect">
            <a:avLst>
              <a:gd name="adj" fmla="val 6286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96950" y="3860304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以 LLM RL 为例（T0 = 0.15 h）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6950" y="4129534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共卡同步　T = 0.5 ÷ 0.30 + 0.5 + 0.4 + 0.19 = 2.75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4380954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AsyncFlow　T = (0.5 ÷ 0.75 + 0.5) ÷ 0.88 + 0.01 = 1.33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6950" y="4632375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　256 卡 × T × 0.15 h × 1000 步 → 10.6 万 vs 5.2 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6950" y="4883795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节省 −51%　吞吐 2.0×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0775" y="3704729"/>
            <a:ext cx="5175250" cy="1565771"/>
          </a:xfrm>
          <a:prstGeom prst="roundRect">
            <a:avLst>
              <a:gd name="adj" fmla="val 6286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81750" y="3860304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符号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81750" y="4129534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　单步耗时是 T0 的几倍（无单位）；T0　理想单步耗时（小时）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81750" y="4380954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　rollout 占 T0 的比例；τ　最长轨迹 ÷ 平均轨迹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81750" y="4632375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　推理引擎并发系数（3）；ι　训推配比空转（12%）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81750" y="4883795"/>
            <a:ext cx="4991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δ　异步滞后的额外步数（2–6%）；ETTR　扣除故障后的有效时间占比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6301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利用率由 AsyncFlow 引擎单步耗时 a·c + b 推导；参数用 LLM RL 三组实测校准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利用率公式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U同步与U流式：从引擎单步耗时 a·c + b 推出来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43025"/>
            <a:ext cx="3414167" cy="1296541"/>
          </a:xfrm>
          <a:prstGeom prst="roundRect">
            <a:avLst>
              <a:gd name="adj" fmla="val 7591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950" y="189860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 单步耗时 = a·c + 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950" y="2167830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c：并发序列数，每条每步出 1 token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2419251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b：固定开销，每步读一遍权重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6950" y="2670671"/>
            <a:ext cx="32300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a：每多一条序列的边际开销（读 KV + 计算）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92" y="1743025"/>
            <a:ext cx="3414216" cy="1296541"/>
          </a:xfrm>
          <a:prstGeom prst="roundRect">
            <a:avLst>
              <a:gd name="adj" fmla="val 7591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69867" y="1898600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② 半饱和并发 c_half = b /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9867" y="216783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= c ÷ (a·c + b)，上限 1/a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9867" y="241925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吞吐达上限一半时 a·c = b，即 c = b/a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9867" y="267067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效率 = c ÷ (c + c_half)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1858" y="1743025"/>
            <a:ext cx="3414167" cy="1296541"/>
          </a:xfrm>
          <a:prstGeom prst="roundRect">
            <a:avLst>
              <a:gd name="adj" fmla="val 7591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42833" y="189860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③ F = c0 ÷ c_half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42833" y="2167830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c0：引擎开跑时的并发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42833" y="2419251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 越大越接近饱和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2833" y="2670671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用 AsyncFlow 实测校准，取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198316"/>
            <a:ext cx="5200650" cy="1332111"/>
          </a:xfrm>
          <a:prstGeom prst="roundRect">
            <a:avLst>
              <a:gd name="adj" fmla="val 7389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6950" y="3353891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④ 同步批：要等最长那条轨迹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6950" y="3623121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步数 = 最长长度 L_max，每步都付一次 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6950" y="3874542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总耗时 = a·c0·L_avg + b·L_max，理想耗时 = a·c0·L_avg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950" y="4125962"/>
            <a:ext cx="498386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U同步 = c0 ÷ (c0 + c_half·τ) = F ÷ (F + τ)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5375" y="3198316"/>
            <a:ext cx="5200650" cy="1332111"/>
          </a:xfrm>
          <a:prstGeom prst="roundRect">
            <a:avLst>
              <a:gd name="adj" fmla="val 7389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6350" y="3353891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⑤ 流式：跑完一条补一条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6350" y="3623121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并发始终 = c0：每步耗时 a·c0 + b，产出 c0 个 token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6350" y="3874542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步数只由平均长度决定，相当于 τ =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6350" y="4125962"/>
            <a:ext cx="498386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U流式 = a·c0 ÷ (a·c0 + b) = F ÷ (F + 1)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2800" y="4686002"/>
            <a:ext cx="10566400" cy="655241"/>
          </a:xfrm>
          <a:prstGeom prst="roundRect">
            <a:avLst>
              <a:gd name="adj" fmla="val 15506"/>
            </a:avLst>
          </a:prstGeom>
          <a:solidFill>
            <a:srgbClr val="EC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0600" y="4787602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例</a:t>
            </a: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　c0 = 600、c_half = 200（F = 3），平均 1,000 / 最长 7,000 token（τ = 7），理想耗时 = 60 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0600" y="5026323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同步：60 s + 7,000 步 × 20 ms = 200 s → </a:t>
            </a: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30%</a:t>
            </a: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　　流式：1,000 步 × 80 ms = 80 s → </a:t>
            </a:r>
            <a:r>
              <a:rPr lang="en-US" sz="12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83746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a·c + b 来自 AsyncFlow 技术文档 §4.4.1；τ = L_max ÷ L_avg；推导忽略 prefill，已用逐 token 模拟核对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业务演进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三个阶段：轨迹变长、模型变大、集群变大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3336828"/>
        </p:xfrm>
        <a:graphic>
          <a:graphicData uri="http://schemas.openxmlformats.org/drawingml/2006/table">
            <a:tbl>
              <a:tblPr/>
              <a:tblGrid>
                <a:gridCol w="168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1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1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LLM 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Agentic 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RSI · 10T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RSI · 50T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时间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2026–27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2028+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模型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30B 级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1.6T MoE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10T MoE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50T MoE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5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集群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A3 · 256 卡（512 die）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A3 SuperPoD · 384 卡（768 die）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950DT SuperPoD ×4 · 4,096 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950DT SuperPoD ×20 · 20,480 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轨迹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单轮 · 8k token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50–100 轮 · 128k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500+ 轮 · 512k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500+ 轮 · 512k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每迭代 token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6,700 万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10.7 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21.5 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21.5 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集群 token 吞吐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 万/s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 万/s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 万/s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 万/s（50T 换更多卡）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045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同步基线的主要损耗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响应长度长尾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轨迹长尾 + 工具等待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长尾 + 单控制器数据面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同上，权重同步跨超节点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8396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阶段划分与卡数沿用《TQ 卡时收益测算》；卡时统一按整卡计（A3 一卡 = 2 die，950DT 一卡 = 1 rank）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测算结果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卡时节省随规模抬升：从约五成到六成</a:t>
            </a:r>
            <a:endParaRPr lang="en-US" sz="2800" dirty="0"/>
          </a:p>
        </p:txBody>
      </p:sp>
      <p:pic>
        <p:nvPicPr>
          <p:cNvPr id="4" name="Image 0" descr="四个阶段的卡时节省：−51% −47% −59% −61%；已有实测换算为卡时 −40%～−74%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39850"/>
            <a:ext cx="105664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32125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左侧“已有实测”由 TPS/die 倍数换算而来：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 = 总 token 数 ÷ (TPS/die) ÷ 3600 ÷ 2（A3 一卡 = 2 die），所以卡时节省 = 1 − 1/倍数（1.68× → −40%，3.81× → −74%）。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89157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区间（保守～乐观）：LLM RL −25～−77%，Agentic −26～−72%，10T −30～−87%，50T −30%～基线不可行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测算结果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每次训练省下的卡时，从 5 万放大到 8,700 万</a:t>
            </a:r>
            <a:endParaRPr lang="en-US" sz="2800" dirty="0"/>
          </a:p>
        </p:txBody>
      </p:sp>
      <p:pic>
        <p:nvPicPr>
          <p:cNvPr id="4" name="Image 0" descr="整次训练卡时：共卡同步与 AsyncFlow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39850"/>
            <a:ext cx="105664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44825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端到端：LLM RL 2.5 → 1.2 周　｜　Agentic 36.2 → 19.1 周　｜　10T 26.5 → 10.8 周　｜　50T 41.6 → 16.3 周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5754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单位均为整卡卡时（A3 一卡 = 2 die）；迭代数 1000 / 1500 / 750 / 750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收益来源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长尾始终最大，数据面随规模接力</a:t>
            </a:r>
            <a:endParaRPr lang="en-US" sz="2800" dirty="0"/>
          </a:p>
        </p:txBody>
      </p:sp>
      <p:pic>
        <p:nvPicPr>
          <p:cNvPr id="4" name="Image 0" descr="各阶段卡时节省按机制拆分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39850"/>
            <a:ext cx="105664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44825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TQ 数据面从 7 个点涨到 17–18 个点；角色分池 + FlexFetch 稳定在 11–15 个点。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4917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按固定顺序依次叠加：长尾 → 分池 + FlexFetch → TQ 数据面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兑现条件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测算成立需要什么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2618184"/>
        </p:xfrm>
        <a:graphic>
          <a:graphicData uri="http://schemas.openxmlformats.org/drawingml/2006/table">
            <a:tbl>
              <a:tblPr/>
              <a:tblGrid>
                <a:gridCol w="3799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8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条件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状态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对测算的影响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四角色分池 + TQ + FlexFetch + 流控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已有，Reasoning 已上生产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测算的基础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5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Agentic 适配：多轮、工具、跨版本续写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打通中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Agentic / RSI 的前提；跨版本重 prefill 已计 5–10%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5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角色配比按负载调好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需逐场景调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配比失衡按 12% 计；消融实验中配比不当吞吐差 2 倍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异步不损训练效果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30B 实测已验证（AISBench 差 ≤2 pt）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staleness 额外迭代按 2–6% 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视频类大载荷走 MemFabric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按场景选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少用 4.5–21% 卡时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6219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测算只计 AsyncFlow 已有能力，不含 KV 池化、低精度、沙箱快恢等其他技术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yncFlow 卡时收益测算">
  <a:themeElements>
    <a:clrScheme name="AsyncFlow 卡时收益测算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2563A6"/>
      </a:accent1>
      <a:accent2>
        <a:srgbClr val="F0A35E"/>
      </a:accent2>
      <a:accent3>
        <a:srgbClr val="3C4858"/>
      </a:accent3>
      <a:accent4>
        <a:srgbClr val="6B7685"/>
      </a:accent4>
      <a:accent5>
        <a:srgbClr val="B8C2D3"/>
      </a:accent5>
      <a:accent6>
        <a:srgbClr val="9AA0A6"/>
      </a:accent6>
      <a:hlink>
        <a:srgbClr val="0563C1"/>
      </a:hlink>
      <a:folHlink>
        <a:srgbClr val="954F72"/>
      </a:folHlink>
    </a:clrScheme>
    <a:fontScheme name="AsyncFlow 卡时收益测算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1692</Words>
  <Application>Microsoft Macintosh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IBM Plex Sans</vt:lpstr>
      <vt:lpstr>AsyncFlow 卡时收益测算</vt:lpstr>
      <vt:lpstr>AsyncFlow 卡时收益测算</vt:lpstr>
      <vt:lpstr>LLM RL 已实测 1.68–3.81×，agentic RL 尚无实测</vt:lpstr>
      <vt:lpstr>AsyncFlow 省约一半卡时，到 RSI 规模升到六成</vt:lpstr>
      <vt:lpstr>卡时 = 卡数 × 单步耗时 × 步数，两种方案只差单步耗时</vt:lpstr>
      <vt:lpstr>U同步与U流式：从引擎单步耗时 a·c + b 推出来</vt:lpstr>
      <vt:lpstr>三个阶段：轨迹变长、模型变大、集群变大</vt:lpstr>
      <vt:lpstr>卡时节省随规模抬升：从约五成到六成</vt:lpstr>
      <vt:lpstr>每次训练省下的卡时，从 5 万放大到 8,700 万</vt:lpstr>
      <vt:lpstr>长尾始终最大，数据面随规模接力</vt:lpstr>
      <vt:lpstr>测算成立需要什么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AsyncFlow 卡时收益测算</dc:title>
  <dc:subject/>
  <dc:creator/>
  <cp:lastModifiedBy>ab21003</cp:lastModifiedBy>
  <cp:revision>3</cp:revision>
  <dcterms:created xsi:type="dcterms:W3CDTF">2026-10-19T05:45:32Z</dcterms:created>
  <dcterms:modified xsi:type="dcterms:W3CDTF">2026-10-19T05:55:19Z</dcterms:modified>
</cp:coreProperties>
</file>