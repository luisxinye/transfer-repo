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DeepSeek V4 Pro → 10T / 10M 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lang="zh-CN">
                <a:solidFill>
                  <a:srgbClr val="D8DDE4"/>
                </a:solidFill>
                <a:latin typeface="PingFang SC"/>
                <a:ea typeface="PingFang SC"/>
                <a:cs typeface="PingFang SC"/>
              </a:rPr>
              <a:t>~1.57T MoE / 原生 1M 稀疏注意力  →  假想 ~10T / 10M 场景外推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后训练：卡数估算 · 并行配置 · 数据量 · 结构性变化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B8C0CC"/>
                </a:solidFill>
                <a:latin typeface="PingFang SC"/>
                <a:ea typeface="PingFang SC"/>
                <a:cs typeface="PingFang SC"/>
              </a:rPr>
              <a:t>口径：per-die/per-rank · ZeRO-2 · EP=CP×DP · SP=TP · FP4 QAT · 判定 ≤64GB/die(A3) / 144GB/rank(950DT，实际超节点=1024卡)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来源：deepseekv4pro_agentic_rl_sizing.md（v2）+ scaling_to_10T_10M.md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V4 Pro 模型结构与精度设计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19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5120639"/>
                <a:gridCol w="42976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对照 Qwen3-235B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层数 / 隐藏维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 / 7168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94 / 4096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 个 top-6 + 1 共享，moe_inter=3072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个 top-8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注意力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MQA：128 Q 头×512，1 个 KV 头；q_lora 1536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GQA 64Q/4KV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稀疏注意力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原生：SWA128 + 压缩 KV(4×/128×) + Lightning Index top-1024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无（全注意力）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原生窗口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128k（外推）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 / 激活参数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~1.57T（专家1547B+非专家~25B） / ~48B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235B / 22B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947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FP4 QAT：训练前向 = rollout = 部署，同一份 FP4 专家权重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驻留前向权重 = 专家 FP4 774GB + 非专家 BF16 50GB ≈ 0.82TB（原 BF16 口径 3.14TB 的 1/4）；FP32 master 仅存在于优化器状态、反向经 STE 回传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梯度+优化器 = 1.57T × 14B ≈ 22.0TB（梯度2B+FP32 master 4B+Adam m/v 8B）—— 唯一霸主，卡数下限由它单独决定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RL rollout 底座与训练前向完全同一份（非专家不做 FP8 cast）：采样分布与训练前向严格一致，代价是每步多读 ~3GB、decode 慢 ~35%（vs 部署侧 FP8 口径）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KV cache（压缩后）：~15~20GB/序列@1M、~2.5GB@128k —— Qwen3 全注意力口径(201.6GB@1M)的 ~1/13</a:t>
            </a:r>
          </a:p>
          <a:p>
            <a:pPr algn="l">
              <a:spcAft>
                <a:spcPts val="400"/>
              </a:spcAft>
            </a:pPr>
            <a:r>
              <a:rPr sz="11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推导链：d_kv=1152B/token/层(MQA) → compress_ratios(29层4×+31层128×) 压至 9.8KB/token → + index keys(FP4,64B/token/层)3.9KB → 合计13.7KB/token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decode 瓶颈反转 · 卡数估算（A3 / 950DT）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decode 每步实际读量（区别于驻留量，决定带宽而非容量）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SWA窗口9MB + top-1024 gather 72MB + index打分扫描~几十MB ≈ 0.1~0.2GB/步/序列 —— 对照权重读 ~12GB/die/步：瓶颈从 KV 读反转为权重读+index检索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稀疏注意力使计算∝S线性、τ放大20~50×：A3 fabric 进入15~20%掩盖临界区，950DT(5×互联)从容 —— V4 Pro 是「代际互联余量」被实际用上的第一个模型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14600"/>
          <a:ext cx="1124712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005840"/>
                <a:gridCol w="585216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代际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配置示例（per-die/rank 峰值）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物理规模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768 die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 TP8·CP4·DP24(EP96)→46.6GB；1M TP8·CP16·DP6→50.2GB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 卡 = 48 节点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优化器offload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 die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 TP4·CP8·DP12(EP96)仅梯度→32.4GB；1M CP16→43GB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192 卡 = 24 节点，下限由 DRAM 决定(917GB/节点)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EP≥64 专家平面跨 8-die 岛 → RoCE 裸暴露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基线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 卡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 TP4·CP8·DP8(EP64)→114GB；1M CP16→125GB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个计算柜，整体收于单个 1024卡超节点内(PP=1成立)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结论速览：A3 768 die(384卡/48节点)基线，offload 可压到 384 die(192卡/24节点)；950DT 256卡(4柜)基线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FP4 QAT 之后卡数下限唯一主导项 = 22TB 优化器状态：纯HBM由 22TB/N≤HBM余量 定N；offload 由 22TB/节点数≤DRAM余量 定节点数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占用总表：不同并行配置 × 重计算程度 × 序列长度（A3）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驻留权重=P_e·0.5B/EP+P_ne·2B/TP(BF16非专家)　优化器/梯度=P·14B/N(纯HBM)或P·2B/N(仅梯度,offload)</a:t>
            </a:r>
          </a:p>
          <a:p>
            <a:pPr algn="l">
              <a:spcAft>
                <a:spcPts val="100"/>
              </a:spcAft>
            </a:pPr>
            <a:r>
              <a:rPr sz="98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总激活(含重放瞬时缓冲)=a·c₁+(61/a)·c₂　a=锚点(段)数；c₁=选择性激活÷61,c₂=无重计算激活÷61(≈12c₁)　　额外计算量：a=1时0%,a≥2时+33%(重放1次全网前向,与a无关)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4" cy="37444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718"/>
                <a:gridCol w="688383"/>
                <a:gridCol w="1535623"/>
                <a:gridCol w="1164955"/>
                <a:gridCol w="953145"/>
                <a:gridCol w="1112003"/>
                <a:gridCol w="900193"/>
                <a:gridCol w="847240"/>
                <a:gridCol w="762516"/>
                <a:gridCol w="1853338"/>
              </a:tblGrid>
              <a:tr h="288036"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额外计算量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无重计算(全存激活)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~43.0*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~86.0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4.29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47.2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48.8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~85.9*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~128.9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201%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8.57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基线,偏紧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11.68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54.6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~42.9*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~71.7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4.29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33.1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52%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~171.9*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~200.7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314%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完全不可行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45.9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23.37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52.2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82%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反转最明显,费于选择性†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2180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19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† 反直觉发现：计入重放瞬时缓冲后，激进重计算(a=8)在全部六个场景下峰值均高于选择性重计算(a=61)——更少锚点≠更省显存</a:t>
            </a:r>
          </a:p>
          <a:p>
            <a:pPr algn="l">
              <a:spcAft>
                <a:spcPts val="100"/>
              </a:spcAft>
            </a:pPr>
            <a:r>
              <a:rPr sz="98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原因：段越长，瞬时缓冲(用整层贵单价c₂)增长得比稳态锚点(用小单价c₁)省下的更快。真正最优点 a*=√(61·c₂/c₁)≈27，比a=8和a=61都更省（如128k：a=27时总激活≈3.2GB，优于两者）</a:t>
            </a:r>
          </a:p>
          <a:p>
            <a:pPr algn="l">
              <a:spcAft>
                <a:spcPts val="100"/>
              </a:spcAft>
            </a:pPr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* 无重计算激活值为×10~15量级估算，两个相反因素(MLA解压头维大/MoE窄专家)抵消后精确值需perf_model，但「不可行」结论对取值稳健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第4种重计算：Megatron式「只重算Attention，FFN全存」为什么在这里更差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Megatron-LM的selective recomputation：只重算「显存大、计算小」的Attention核心(Softmax/Dropout/Score矩阵)，FFN/MLP的中间激活全程持久存储，不重算——7B~70B+稠密模型预训练标配</a:t>
            </a:r>
          </a:p>
          <a:p>
            <a:pPr algn="l">
              <a:spcAft>
                <a:spcPts val="100"/>
              </a:spcAft>
            </a:pPr>
            <a:r>
              <a:rPr sz="10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公式：总激活 = L·c₁(锚点,稳态) + L·c_ffn(FFN中间激活,持久存储!) + c_attn(当前层Attention瞬时缓冲)　　c_ffn=(S/(TP·CP))·k·moe_inter·p_act/层　c_attn=c₂−c_ffn</a:t>
            </a:r>
          </a:p>
          <a:p>
            <a:pPr algn="l">
              <a:spcAft>
                <a:spcPts val="100"/>
              </a:spcAft>
            </a:pPr>
            <a:r>
              <a:rPr sz="10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关键差异：稠密模型的Attention是O(S²)，显存大头在Attention，故「存FFN、算Attention」对；我们是稀疏MoE，Attention只有O(S·w_eff)，FFN中间激活(∝k·moe_inter)反而是大头——这套标配在这里可能赌反了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17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2180"/>
                <a:gridCol w="1189599"/>
                <a:gridCol w="1405890"/>
                <a:gridCol w="1297744"/>
                <a:gridCol w="1189599"/>
                <a:gridCol w="1730326"/>
                <a:gridCol w="973308"/>
                <a:gridCol w="1838471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c_ffn/层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L·c_ffn(持久)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c_attn(瞬时)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总计(含权重优化器)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占64GB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0.151GB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9.21GB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0.554GB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13.34GB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56.29GB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可行但明显更差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0.302GB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18.42GB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1.106GB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26.69GB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69.64GB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109%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超预算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0.151GB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9.21GB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0.554GB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13.34GB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42.13GB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可行但更差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0.604GB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36.84GB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2.214GB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53.39GB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82.18GB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超预算，最差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对照第4页：这套「业界标配」在全部4个场景下都比我们现在用的「选择性重计算(重算整层，含Attention+FFN)」更差，1M下两个配置直接超预算(109%/128%)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根本原因：FFN中间激活被MoE的k(top-6)×moe_inter(3072)放大，L·c_ffn(9.21~36.84GB)比全部持久存储的锚点(3.58~14.33GB)还大；而我们的Attention因为稀疏(SWA+top-1024，∝S·w_eff不是S²)，本来就不是显存大头——Megatron的分工前提在这里不成立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结论：「哪个算子该重算」不能照抄业界标配，要看「哪个算子在这个具体架构里显存最重」——稠密模型是Attention，稀疏MoE模型是FFN(或者像我们现在的做法：干脆全部重算，不做区分)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占用总表：950DT · 四点规律解读（含瞬时缓冲修正）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驻留权重=P_e·0.5B/EP+P_ne·2B/TP(BF16非专家)　优化器状态=P·14B/N(纯HBM，950DT基线不offload)</a:t>
            </a:r>
          </a:p>
          <a:p>
            <a:pPr algn="l">
              <a:spcAft>
                <a:spcPts val="100"/>
              </a:spcAft>
            </a:pPr>
            <a:r>
              <a:rPr sz="98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总激活(含重放瞬时缓冲)=a·c₁+(61/a)·c₂　a=锚点(段)数；c₁=选择性激活÷61,c₂=无重计算激活÷61(≈12c₁)　　最优 a*=√(61·c₂/c₁)≈27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7972"/>
                <a:gridCol w="1760912"/>
                <a:gridCol w="1306483"/>
                <a:gridCol w="1079269"/>
                <a:gridCol w="1249680"/>
                <a:gridCol w="1079269"/>
                <a:gridCol w="965661"/>
                <a:gridCol w="886136"/>
                <a:gridCol w="210173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额外计算量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优化器状态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无重计算(全存激活)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~42.9*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~153.4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超预算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4.29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114.8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116.4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~171.9*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~276.4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192%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121.7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基线偏紧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23.37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127.9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89%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24528"/>
            <a:ext cx="11247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四个规律</a:t>
            </a:r>
          </a:p>
          <a:p>
            <a:pPr algn="l">
              <a:spcAft>
                <a:spcPts val="400"/>
              </a:spcAft>
            </a:pPr>
            <a:r>
              <a:rPr sz="11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优化器状态才是真正的地基：128k/1M两档合计里优化器状态(85.94GB)占7~8成，重计算调的只是「装修」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② 最大收益来自「有锚点」本身(无重计算→选择性)，不是从选择性再细分到激进：128k无重计算153.4→选择性114.8(省38.6GB)，而选择性→激进反而多花1.6GB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序列长度放大的是「激活」这一项：选择性重计算128k→1M合计涨幅(80%→85%)远小于无重计算档的涨幅(107%→192%)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④ 反直觉：计入重放瞬时缓冲后，激进重计算(a=8)两个场景峰值均高于选择性重计算(a=61)——真正最优点在a*≈27附近，比两者都更省，工程实现应瞄准这个点而非「锚点越少越好」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推理并行配置重新设计：TP/EP同训练，CP按decode真实需求重设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3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「推理配置完全照抄训练」不成立的地方只在CP——TP/EP沿用训练是为了避免权重reshard(必要)；PP训练态本身已是1(V4Pro的L=61装得下单个TP×CP组，从未启用PP，不存在「推理该不该去掉PP」这个问题)</a:t>
            </a:r>
          </a:p>
          <a:p>
            <a:pPr algn="l">
              <a:spcAft>
                <a:spcPts val="100"/>
              </a:spcAft>
            </a:pPr>
            <a:r>
              <a:rPr sz="10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CP的作用被拆穿了：训练用CP是为了环形通信摊分反向的KV/dKV双向传递，decode每步只有1个新token，没有可摊的环形通信——CP在decode里唯一剩下的作用是「KV容量分片」(见KV_die公式)，容量需求远小于训练时的CP设定，可以大幅下调，把富余的die转给DP换并发</a:t>
            </a:r>
          </a:p>
          <a:p>
            <a:pPr algn="l">
              <a:spcAft>
                <a:spcPts val="100"/>
              </a:spcAft>
            </a:pPr>
            <a:r>
              <a:rPr sz="96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底座=P_e·0.5B/EP+P_ne·2B/TP(TP/EP沿用训练,无需reshard)　　KV_die=S·c_kv·b/(TP·CP)　　新CP取「容量下限×2倍安全余量」，再向上取整到能整除EP的值——prefill不受此影响，仍沿用训练CP(prefill是一次性长序列前向，计算结构与训练前向相同，CP的环形通信摊分依然有效)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11247118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6020"/>
                <a:gridCol w="978010"/>
                <a:gridCol w="2811780"/>
                <a:gridCol w="1039136"/>
                <a:gridCol w="1039136"/>
                <a:gridCol w="1039136"/>
                <a:gridCol w="978010"/>
                <a:gridCol w="140589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CP：训练→decode(DP同步变化)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底座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KV_die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并发(DP)提升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4→2  (DP24→48)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×2.0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16→4  (DP6→24)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14.06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28.37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×4.0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8→2  (DP12→48)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27.76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×4.0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16→6  (DP6→16)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20.56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18.75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39.31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×2.7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950DT基线(256卡)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8→2  (DP8→32)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×4.0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950DT基线(256卡)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16→2  (DP4→32)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18.55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56.25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74.80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52%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×8.0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EP=CP×DP保持不变(=96/64/128，随方案而定)，所以底座权重读数值不变——CP↓、DP↑只是把同一批EP内的die，从「摊KV容量」重新分配成「摊更多并发」，不影响权重reshard，是免费的改动</a:t>
            </a:r>
          </a:p>
          <a:p>
            <a:pPr algn="l">
              <a:spcAft>
                <a:spcPts val="400"/>
              </a:spcAft>
            </a:pPr>
            <a:r>
              <a:rPr sz="11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新CP按「容量下限×2倍余量」选取，仍留有22~61%的预算占用空间(不是卡满100%的极限值)，实际部署中如需要更大并发b，可在此基础上再压CP，直到逼近预算上限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decode并发(DP)普涨2~8倍，950DT@1M涨幅最大(×8)——因为950DT预算余量(144GB)本来就比A3(64GB)宽松得多，压缩CP腾出的空间也更经得起放大DP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训练 / Prefill / Decode 三阶段并行配置对照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五个并行维度里，TP/EP两阶段都不变；PP三阶段都是1(V4Pro从未启用过)；真正随阶段变化的只有CP(以及被CP联动的DP)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17" cy="52120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6562"/>
                <a:gridCol w="2416736"/>
                <a:gridCol w="2137882"/>
                <a:gridCol w="2416736"/>
                <a:gridCol w="3439201"/>
              </a:tblGrid>
              <a:tr h="868679"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Prefill(推理)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Decode(推理)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为什么随阶段变/不变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868679">
                <a:tc>
                  <a:txBody>
                    <a:bodyPr wrap="square"/>
                    <a:lstStyle/>
                    <a:p>
                      <a:pPr algn="l"/>
                      <a:r>
                        <a:rPr sz="969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按头/隐藏维切分权重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 训练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 训练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权重按TP切分驻留；改TP要重新reshard权重，三阶段保持一致代价最低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868679">
                <a:tc>
                  <a:txBody>
                    <a:bodyPr wrap="square"/>
                    <a:lstStyle/>
                    <a:p>
                      <a:pPr algn="l"/>
                      <a:r>
                        <a:rPr sz="969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按专家切分权重(EP=CP×DP)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 训练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 训练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专家权重按EP切分驻留，同TP同理，避免reshard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868679">
                <a:tc>
                  <a:txBody>
                    <a:bodyPr wrap="square"/>
                    <a:lstStyle/>
                    <a:p>
                      <a:pPr algn="l"/>
                      <a:r>
                        <a:rPr sz="969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V4Pro训练本身=1
(L=61装得下单TP×CP组，从未启用)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 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 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PP的价值是摊分反向要保存的激活锚点；纯推理(prefill/decode)都没有反向，这个价值从未存在过——不是「推理该去掉PP」，是V4Pro训练就没上PP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868679">
                <a:tc>
                  <a:txBody>
                    <a:bodyPr wrap="square"/>
                    <a:lstStyle/>
                    <a:p>
                      <a:pPr algn="l"/>
                      <a:r>
                        <a:rPr sz="969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环形通信，摊分反向的KV/dKV双向传递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≈训练CP(第3/4/6页数值)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降到KV容量下限×2倍余量
(远小于训练CP，见第7页)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prefill是一次性长序列前向，计算结构=训练前向，环形摊分依然有效；decode每步只有1个新token，没有可摊的环形通信，CP在decode里只剩「KV容量分片」这一个作用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868684">
                <a:tc>
                  <a:txBody>
                    <a:bodyPr wrap="square"/>
                    <a:lstStyle/>
                    <a:p>
                      <a:pPr algn="l"/>
                      <a:r>
                        <a:rPr sz="969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N/(TP·CP·PP)，随其他四项反推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 训练DP(CP/PP都不变)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CP↓后被动放大2~8倍
(见第7页并发提升列)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decode把CP腾出来的die直接转投DP，换更多并发序列——这是CP下调后免费拿到的收益，不影响权重reshard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例(A3基线,128k)：训练TP8·CP4·PP1·DP24(EP96) → prefill原样沿用 → decode变为TP8·CP2·PP1·DP48(EP96不变)，并发翻倍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建模核心公式 · 14B 构成的访问频率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表一：per-die/rank 三项显存公式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926080"/>
                <a:gridCol w="685800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符号含义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P_e·0.5B/EP + P_ne·2B/TP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P_e/P_ne=专家/非专家参数个数；EP/TP=专家/张量并行度；0.5B=FP4；2B=BF16(非专家)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P·14B/N（纯HBM）或 P·2B/N（仅梯度，offload）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P=总参数个数；N=die/rank总数；14B=梯度2+FP32master4+Adam m4+v4；offload时HBM只留梯度2B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激活(含重计算瞬时缓冲)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a·c₁ + (61/a)·c₂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a=锚点(段)数；c₁=单锚点激活大小(选择性激活÷61)；c₂=单层全量激活大小(无重计算激活÷61，≈12c₁)；61=V4 Pro层数L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表二：14B/参数(梯度+优化器)的构成与访问频率——这决定了 offload 该搬走谁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526280"/>
          <a:ext cx="112471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74066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字节/参数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访问频率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梯度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2B(BF16)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高频/即时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反向传播直接产生，产生完立刻被优化器更新消费——天然已在HBM上，搬走不划算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FP32 master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低频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只在 optimizer.step() 那一刻被读写一次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Adam 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同上，一步一次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Adam v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低频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同上，一步一次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offload 只搬「低频」的 12B(master+m+v)去CPU DRAM，「高频」的梯度2B留在HBM——这就是「仅梯度」的由来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V_TP / V_CP / V_EP / DP：四种通信各自的账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前三者是「每 die·每层」的通信字节数(都含L，每层都要通信一次)；DP(ZeRO-2同步)是「每 die·每步一次」，量级和时机都不一样，单独列一行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61872"/>
          <a:ext cx="11247118" cy="525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611"/>
                <a:gridCol w="1208368"/>
                <a:gridCol w="2509687"/>
                <a:gridCol w="6785452"/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0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通信类型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物理含义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all-reduce
(层内，走UB/灵衢)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4L(TP−1)/TP·(S/CP)·h·p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TP把层内计算(如注意力投影)切成TP份分算，每卡算完只有部分结果，要靠all-reduce拼回完整结果；(TP−1)/TP=每卡要发出的份数——TP越大这个比例越接近1，搬得越多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ring
(环形，走UB/灵衢)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3L(CP−1)(S/CP)·d̄_kv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CP把序列沿token切成CP段，但注意力要看到全序列的KV，只能靠环形传递(依次转给下一张卡)把KV凑齐；(CP−1)=转一圈要经过的跳数，d̄_kv=每token每层压缩KV字节数(61层平均≈160.7B)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all-to-all
(最散，跨die)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4L·k·S/(TP·CP)·h·p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MoE每个token要路由给分散在各卡上的k个专家：先把token发给对应专家所在卡(dispatch)，专家算完再发回来(combine)；k=6=top-6路由专家数(共享专家本地算，不参与此通信)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t_ZeRO2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reduce-scatter+allgather
(每步一次，不含L)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2P_e·p/(EP·B)+2P_ne·p/(TP·B)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反向逐层产生梯度：某层梯度算完就立刻梯度分桶(bucketing)reduce-scatter，同时反向继续算更早的层——两者天然并发；allgather这一半还能进一步和下一步前向重叠。「2」=散+聚两趟，各自有独立窗口，是PyTorch DDP/SageMaker SMDDP/飞桨的默认机制，不是特殊优化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6811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前三者的差别是「谁被切碎、要不要凑齐」：TP拼结果、CP凑KV、EP发token——通信模式从「有序的all-reduce」到「转圈的ring」再到「最散的all-to-all」依次变难预测；DP同步是完全不同的时间尺度(每步一次)，判据也不同(下页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τ_local 四订正：EP/DP都能分块藏住，TP是唯一的例外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3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统一的判据：能不能拆成「互相独立、算完一块就能立刻发一块」的小单元。CP的KV跳、EP的token chunk、DP的梯度分桶——三者都有这种独立小单元结构，都是主流框架的默认/标准做法；TP的all-reduce要拼成一个完整值供下一步FFN使用，没有可独立处理的小块，是唯一的例外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9131"/>
                <a:gridCol w="1862580"/>
                <a:gridCol w="4298262"/>
                <a:gridCol w="1432754"/>
                <a:gridCol w="1504391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通信类型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能否被藏住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做法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V_TP(all-reduce)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默认暴露，难分块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单次阻塞式集合通信，前后硬依赖，分块需精细kernel工程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V_EP(dispatch+combine)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Pro官方按专家分wave调度+MegaMoE融合kernel(非通用框架方案,下页详述)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4.4%→≈0%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0.9%→≈0%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V_CP(ring)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设计上就能藏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ring算法定义即边传边算，不需要额外实现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t_ZeRO2(DP同步)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梯度分桶(bucketing)：算完一层梯度立刻reduce-scatter，和更早层反向并发；allgather再和下一步前向重叠——PyTorch DDP/SMDDP/飞桨的默认机制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1.5%→≈0%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0.3%→≈0%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94760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结论：三种都做了标准优化后，唯一剩下的硬开销就是 TP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CP、EP、DP的「能藏住」不是运气，是这三种通信在算法/框架层面本来就有独立可分块的结构，标准实现基本都带；TP的all-reduce结构上就是「拼成一个值再用」，没有对应的独立小块，重叠需要专门kernel工程(如Megatron的序列并行重叠)，成本和风险都更高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数字上：若CP/EP/DP都按标准做法优化到≈0%，A3每步的默认开销就只剩 τ_TP≈5.2%／层，950DT≈1.0%／层——这是目前分析能给出的、最贴近「主流框架标准配置」的估计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若三者全部裸跑(不做任何重叠优化的最坏情况)：A3=5.2%+4.4%+1.5%=11.1%；950DT=1.0%+0.9%+0.3%=2.2%——仍在安全阈值内，但说明「不做优化也能忍」不代表「不用做优化」，尤其EP/DP分块几乎零风险，没有理由不做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V4 Pro 官方EP掩盖机制：wave调度 + MegaMoE融合kernel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这不是通用框架方案，是DeepSeek官方论文披露的V4 Pro专用实现——「Fine-Grained EP Scheme」，与上页Megatron Bridge式的token切块+P2P是两条独立、可对照验证的路径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9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019"/>
                <a:gridCol w="4727050"/>
                <a:gridCol w="472705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Pro官方方案(本页)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通用框架方案(Megatron Bridge,上页)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切分粒度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按专家分wave(少量专家/wave)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按token切chunk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融合方式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Dispatch+Linear1+Linear2+Combine融合进单一mega-kernel(MegaMoE,DeepGEMM组件)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通信原语拆P2P，与计算调度器分开协调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稳态并发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当前wave计算 ∥ 下一wave token传输 ∥ 已完成专家结果发送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chunk_i+1的dispatch ∥ chunk_i的计算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实测收益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一般推理1.50~1.73×，RL rollout最高1.96×(论文实测)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理论推导，未见V4 Pro实测对照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关键交叉验证：官方阈值与我们自己的τ_EP_local公式指向同一个结论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论文给出临界判据 C/B≤6144 FLOPs/Byte(每token-专家对6hd FLOPs、仅3h字节通信，令d=moe_inter=3072，2d=6144)——这与我们自己推导的τ_EP_local=p·ηF/(3·moe_inter·B)是同一类「架构+硬件常数」判据，只是记账粒度不同(他们按token-专家对，我们按层-die)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两条独立路径得出同一个方向性结论：EP a2a在V4 Pro上确实能被算力掩盖，不是理论假设——官方已经用真实kernel在真机上验证了1.5~2×的端到端收益，尤其RL rollout场景收益最大(1.96×)，跟我们「decode/rollout是EP掩盖最值得投入的场景」这条判断一致</a:t>
            </a:r>
          </a:p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局限性：论文未公开每wave具体专家数、以及this closely matches our A3/950DT具体数字的对应关系；上页给的4.4%/0.9%是我们自己模型的估算，与官方1.5~2×加速比不是同一个指标(一个是「本可省下的比例」，一个是「融合后的实测总加速」)，不能直接相等，但方向一致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V4 Pro Wave机制量化：分wave省大头，融合kernel省尾巴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19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示例设定：V4 Pro，A3，128k，EP=96，假设分8个wave(每wave约12个EP组，示例值，论文未公开真实wave数)。δ_kernel=10µs沿用本项目集合通信启动延迟惯例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17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9196"/>
                <a:gridCol w="1898864"/>
                <a:gridCol w="1606731"/>
                <a:gridCol w="1898864"/>
                <a:gridCol w="1314598"/>
                <a:gridCol w="189886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dispatch(首/尾)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8次专家计算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kernel/wave开销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总耗时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相对不分wave节省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不分wave(整体一次)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1.796+1.796ms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16.400ms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1×0.01ms(单次launch)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19.99ms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分wave，不融合(8次launch)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0.224+0.224ms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16.400ms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8×0.01ms=0.08ms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16.93ms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3.06ms(15.3%)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6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分wave，融合mega-kernel(1次launch)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0.224+0.224ms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16.400ms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1×0.01ms=0.01ms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16.86ms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3.13ms(15.7%)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两笔账要分开看：分wave本身省的是大头，融合kernel省的是尾巴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① 分wave(把dispatch/combine从「首尾各1.8ms全暴露」压到「首尾各0.224ms」)——这部分收益来自流水线重叠本身，省了3.06ms(15.3%)，跟kernel怎么实现无关，纯粹是调度粒度变细的结果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② 融合成mega-kernel，省的是「8次独立kernel launch」和「1次launch」之间的差——8×0.01ms→1×0.01ms，只多省0.07ms(0.4个百分点)。这笔账单次很小，但decode每步都要发生一次，乘上一条长轨迹的decode步数(前面算过，几万步量级)，会累积成不可忽视的绝对时间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这正是「为什么V4 Pro要专门做mega-kernel，而不是让框架用8次独立kernel+调度器实现同样的wave流水线」的数字答案——省的不是「能不能重叠」，是「每次重叠要不要付一次kernel launch/主机往返的税」，规模够大时这笔税值得专门优化掉</a:t>
            </a:r>
          </a:p>
          <a:p>
            <a:pPr algn="l">
              <a:spcAft>
                <a:spcPts val="400"/>
              </a:spcAft>
            </a:pPr>
            <a:r>
              <a:rPr sz="10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局限性：8个wave、δ_kernel=10µs都是示例假设，非论文公开数字；真实的wave数、每wave专家数、设备端同步开销需要具体kernel实现细节才能精确核算，这里只做量级演示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EP按专家分Wave调度：示意图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上半部分：空间视角——96个EP目标(示意简化为9个)按wave分批；下半部分：时间视角——不同wave的Dispatch/Compute/Combine交错重叠(示意比例，非精确刻度)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1051560" cy="502920"/>
          </a:xfrm>
          <a:prstGeom prst="roundRect">
            <a:avLst/>
          </a:prstGeom>
          <a:solidFill>
            <a:srgbClr val="1F5F8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0552" y="1325880"/>
            <a:ext cx="1051560" cy="502920"/>
          </a:xfrm>
          <a:prstGeom prst="roundRect">
            <a:avLst/>
          </a:prstGeom>
          <a:solidFill>
            <a:srgbClr val="1F5F8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325880"/>
            <a:ext cx="1051560" cy="502920"/>
          </a:xfrm>
          <a:prstGeom prst="roundRect">
            <a:avLst/>
          </a:prstGeom>
          <a:solidFill>
            <a:srgbClr val="1F5F8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62856" y="1325880"/>
            <a:ext cx="1051560" cy="502920"/>
          </a:xfrm>
          <a:prstGeom prst="roundRect">
            <a:avLst/>
          </a:prstGeom>
          <a:solidFill>
            <a:srgbClr val="1B7F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1325880"/>
            <a:ext cx="1051560" cy="502920"/>
          </a:xfrm>
          <a:prstGeom prst="roundRect">
            <a:avLst/>
          </a:prstGeom>
          <a:solidFill>
            <a:srgbClr val="1B7F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325880"/>
            <a:ext cx="1051560" cy="502920"/>
          </a:xfrm>
          <a:prstGeom prst="roundRect">
            <a:avLst/>
          </a:prstGeom>
          <a:solidFill>
            <a:srgbClr val="1B7F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325880"/>
            <a:ext cx="1051560" cy="502920"/>
          </a:xfrm>
          <a:prstGeom prst="roundRect">
            <a:avLst/>
          </a:prstGeom>
          <a:solidFill>
            <a:srgbClr val="B87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27464" y="1325880"/>
            <a:ext cx="1051560" cy="502920"/>
          </a:xfrm>
          <a:prstGeom prst="roundRect">
            <a:avLst/>
          </a:prstGeom>
          <a:solidFill>
            <a:srgbClr val="B87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43616" y="1325880"/>
            <a:ext cx="1051560" cy="502920"/>
          </a:xfrm>
          <a:prstGeom prst="roundRect">
            <a:avLst/>
          </a:prstGeom>
          <a:solidFill>
            <a:srgbClr val="B87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专家组9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◀ Wave1(专家组1~3)　　　　　　Wave2(专家组4~6)　　　　　　Wave3(专家组7~9) 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时间线(左→右)：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974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Wave1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697480"/>
            <a:ext cx="502920" cy="384048"/>
          </a:xfrm>
          <a:prstGeom prst="rect">
            <a:avLst/>
          </a:prstGeom>
          <a:solidFill>
            <a:srgbClr val="1F5F8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75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697480"/>
            <a:ext cx="2377440" cy="384048"/>
          </a:xfrm>
          <a:prstGeom prst="rect">
            <a:avLst/>
          </a:prstGeom>
          <a:solidFill>
            <a:srgbClr val="1B7F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9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697480"/>
            <a:ext cx="502920" cy="384048"/>
          </a:xfrm>
          <a:prstGeom prst="rect">
            <a:avLst/>
          </a:prstGeom>
          <a:solidFill>
            <a:srgbClr val="B87A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75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64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Wave2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3264408"/>
            <a:ext cx="502920" cy="384048"/>
          </a:xfrm>
          <a:prstGeom prst="rect">
            <a:avLst/>
          </a:prstGeom>
          <a:solidFill>
            <a:srgbClr val="1F5F8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75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3264408"/>
            <a:ext cx="2377440" cy="384048"/>
          </a:xfrm>
          <a:prstGeom prst="rect">
            <a:avLst/>
          </a:prstGeom>
          <a:solidFill>
            <a:srgbClr val="1B7F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9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Compute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79" y="3264408"/>
            <a:ext cx="502920" cy="384048"/>
          </a:xfrm>
          <a:prstGeom prst="rect">
            <a:avLst/>
          </a:prstGeom>
          <a:solidFill>
            <a:srgbClr val="B87A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75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313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Wave3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831336"/>
            <a:ext cx="502920" cy="384048"/>
          </a:xfrm>
          <a:prstGeom prst="rect">
            <a:avLst/>
          </a:prstGeom>
          <a:solidFill>
            <a:srgbClr val="1F5F8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75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831336"/>
            <a:ext cx="2377440" cy="384048"/>
          </a:xfrm>
          <a:prstGeom prst="rect">
            <a:avLst/>
          </a:prstGeom>
          <a:solidFill>
            <a:srgbClr val="1B7F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9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Compute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831336"/>
            <a:ext cx="502920" cy="384048"/>
          </a:xfrm>
          <a:prstGeom prst="rect">
            <a:avLst/>
          </a:prstGeom>
          <a:solidFill>
            <a:srgbClr val="B87A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/>
          <a:lstStyle/>
          <a:p>
            <a:pPr algn="ctr"/>
            <a:r>
              <a:rPr sz="75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3542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   ■ Dispatch(蓝)</a:t>
            </a:r>
            <a:r>
              <a:rPr sz="10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   ■ 专家计算Compute(绿)</a:t>
            </a:r>
            <a:r>
              <a:rPr sz="10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   ■ Combine(黄)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01184"/>
            <a:ext cx="11247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关键读图点：Wave2的Dispatch(蓝)和Wave1的Compute(绿)同一时间段发生——这正是「流水线重叠」的字面意思。Wave3的Dispatch甚至嵌套在Wave1和Wave2的Compute区间内</a:t>
            </a:r>
          </a:p>
          <a:p>
            <a:pPr algn="l">
              <a:spcAft>
                <a:spcPts val="400"/>
              </a:spcAft>
            </a:pPr>
            <a:r>
              <a:rPr sz="10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注：图中D/Combine与Compute的宽度比例为示意比例(约1:5:1)，非第12页精确计算比例(实际约1:9:1，画出来D/Cm会窄到看不清)——用于展示「交错」这个结构，不代表精确时长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Decode 延迟构成：HBM 带宽的边际收益是否已收窄？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19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decode每步延迟 = 权重读(底座/BW_HBM) + KV读(单die分片后,可忽略) + 通信δ开销(6次/层×L×δ,δ≈10µs) + CPU拉KV(V4 Pro压缩KV装得下HBM,通常不触发)</a:t>
            </a:r>
          </a:p>
          <a:p>
            <a:pPr algn="l">
              <a:spcAft>
                <a:spcPts val="100"/>
              </a:spcAft>
            </a:pPr>
            <a:r>
              <a:rPr sz="10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关键点：权重读∝1/BW_HBM(可被带宽压缩)；δ开销是固定的集合通信次数×延迟常数，不随HBM带宽变化——这是判断「提升带宽还有没有用」的分界线</a:t>
            </a:r>
          </a:p>
          <a:p>
            <a:pPr algn="l">
              <a:spcAft>
                <a:spcPts val="100"/>
              </a:spcAft>
            </a:pPr>
            <a:r>
              <a:rPr sz="919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底座沿用第7页训练同构配置：A3(TP8·EP96)=14.30GB(两个S相同)；950DT(TP4)因EP随S变化(128k用EP64,1M用EP128)=24.58/18.54GB(BF16)、18.33/12.29GB(FP8)。KV读按CSA(m=4,30层)/HCA(m′=128,31层)真实分层结构算整条序列总量(128k=101.5MB,1M=641.7MB)，再按TP·CP分片到单die(A3 128k÷32、1M÷128；950DT 128k÷32、1M÷64)，得0.002~0.003ms——分片后确实可忽略，此前给的0.03~0.40ms漏了÷TP·CP这一步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16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897"/>
                <a:gridCol w="1210133"/>
                <a:gridCol w="1352501"/>
                <a:gridCol w="1210133"/>
                <a:gridCol w="1138948"/>
                <a:gridCol w="1352501"/>
                <a:gridCol w="1494870"/>
                <a:gridCol w="1210133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δ开销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权重读占比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δ占比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A3(BF16非专家)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8.94ms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12.60ms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A3(BF16非专家)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8.94ms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12.60ms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71%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29%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A3(FP8非专家)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6.99ms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10.65ms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A3(FP8非专家)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6.99ms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10.65ms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66%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950DT(BF16非专家)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6.15ms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9.81ms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63%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950DT(BF16非专家)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4.64ms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8.30ms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950DT(FP8非专家)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4.58ms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8.24ms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950DT(FP8非专家)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3.07ms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≈0.00ms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6.74ms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57800"/>
            <a:ext cx="11247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结论：是否要提升HBM带宽，答案分代际，且950DT在1M下出现了一个精确定位的「δ反超」组合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① A3上权重读主导(66~71%)，且分片后KV读已可忽略——A3的两个S结果几乎完全一样，带宽升级始终最立竿见影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② 950DT@128k仍是权重读领先(56~63%)；950DT@1M+BF16权重读(56%)还略高于δ(44%)；但950DT@1M+FP8非专家这一个具体组合，δ(54%)首次反超权重读(46%)——说明「上FP8非专家权重省显存/带宽」这个优化在950DT+1M场景下会把瓶颈让位给δ本身，这是目前唯一算出来的真实反超点，不是笼统的「950DT整体反超」</a:t>
            </a:r>
          </a:p>
          <a:p>
            <a:pPr algn="l">
              <a:spcAft>
                <a:spcPts val="400"/>
              </a:spcAft>
            </a:pPr>
            <a:r>
              <a:rPr sz="10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局限性：6次/层的通信次数估计和δ≈10µs沿用A3口径，950DT灵衢的实际δ可能更低(需实测)，若δ更低，950DT滑入δ主导区间的时间点会更早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后训练范式（领域专家+OPD）与数据/批次层级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阶段一（领域专家）：数学/代码/Agent/指令跟随 各自 领域SFT→GRPO RL　　阶段二（OPD）：统一 student 对多个 teacher 做 on-policy distillation（reverse KL），替代 mixed RL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本项目关注 = 阶段一「Agent 专家」那一期：§2 卡数即为该期规模；OPD 期无需沙箱/环境，teacher 池 4~6个×64~128 die，可分时复用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94560"/>
          <a:ext cx="11247118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59"/>
                <a:gridCol w="2468880"/>
                <a:gridCol w="2103119"/>
                <a:gridCol w="192024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GBS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mini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步数/规模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SFT(每域)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256~512条(≈8~16M token)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=GBS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1条/组+packing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~1.2万步/域(1~2 epoch)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GRPO RL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N_p=512×G=16=8192条轨迹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B/2=4096(每批更新2次)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1条/组+packing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1000~2000个RL迭代(=800~1600万条轨迹)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512~1024条(G=1)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=GBS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1条/组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~1000步(token级稠密监督)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862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数据量（阶段一 Agent 专家）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RL 任务库(unique) 10万~50万个 agentic 任务(带可执行环境+可验证reward，每任务复用3~10次)；RL 轨迹总量 500万~1600万条；RL 生成 token 0.5~2T（均长64k~128k）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算力交叉验证：每 RL 迭代 ≈1~2h(A3 768die，稀疏注意力) → 1000~2000迭代 ≈ 6~17周；OPD 期数周</a:t>
            </a:r>
          </a:p>
          <a:p>
            <a:pPr algn="l">
              <a:spcAft>
                <a:spcPts val="400"/>
              </a:spcAft>
            </a:pPr>
            <a:r>
              <a:rPr sz="11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三条校验约束：①波对齐 B=k×DP_inf×b；②每批更新次数∈{1,2,4}(on-policy纯度旋钮)；③micro永远按显存顶格(长序列=1)，缺口靠梯度累积补</a:t>
            </a:r>
          </a:p>
          <a:p>
            <a:pPr algn="l">
              <a:spcAft>
                <a:spcPts val="400"/>
              </a:spcAft>
            </a:pPr>
            <a:r>
              <a:rPr sz="11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分工认知：micro=硬件问题(显存)、mini=算法问题(离策程度)、GBS=统计问题(梯度噪声+波对齐)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从 1.57T/1M 到 10T/10M：假想机型与四个决定性字节量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2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3931920"/>
                <a:gridCol w="566928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 假设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外推逻辑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层数/隐藏维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 / 9216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深度、宽度各温和放大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1024个top-8+1共享，moe_inter=4096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专家数×2.7，粒度不变；P_e≈9.9T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总参数/激活参数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~10T / ~110B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top-8×113M×80≈72B专家+共享/注意力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注意力/窗口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原生稀疏(SWA+压缩KV+index top-k)，原生10M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计算∝S线性是10M可行的前提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63240"/>
          <a:ext cx="1124711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2491"/>
                <a:gridCol w="2732945"/>
                <a:gridCol w="2417605"/>
                <a:gridCol w="2417605"/>
                <a:gridCol w="136647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字节量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Pro@1M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X-10T@10M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倍数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驻留前向权重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P_e·0.5B+P_ne·2B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0.82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5.2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×6.3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梯度+优化器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P×14B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 TB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140 TB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×6.4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激活锚点(未分片)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L×S×h×2B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0.87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14.7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压缩KV/序列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∝S·L·c_kv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15~20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200~250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×13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57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两个「×6.4」是参数带来的线性项；两个「×13~17」是参数×上下文的乘积项 —— 这就是 10T/10M 比单独放大任何一维都难的原因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结构性变化（一）：优化器线性主导 · PP 全面回归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① 卡数下限仍由 140TB 优化器状态一票决定，∝P 线性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纯HBM：140TB/N≤HBM余量 → A3 N≥~7000die；offload：140TB/节点数≤DRAM余量 → A3≥~192节点。FP4 QAT 后权重只是零头，这条逻辑从 V4 Pro 原样继承，只是数字 ×6.4</a:t>
            </a:r>
          </a:p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② 10M 把激活锚点推回主角，逼出「超节点边界危机」→ PP 全面回归（两代都躲不掉）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14.7TB 锚点要靠 TP×CP×PP 分掉。A3：坚持PP=1需TP×CP≥~512，超过CloudMatrix 384die单超节点容量，TP/CP被迫跨pod走RoCE，不可接受 → PP=4 把TP×CP=256收回超节点内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950DT：实际超节点只组1024卡。模型并行组本身放得下，但EP域被pod上限卡死在1024/TP=128 —— DP副本一跨pod，dispatch/combine就掉到跨域RDMA裸暴露 → 同样需要PP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最优放置：一个超节点 = 一个 PP stage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950DT：stage内 TP×CP×DP=1024卡，TP/CP/DP/EP 四个重通信域全部收在灵衢域内，跨pod只剩流水P2P(~0.7GB/rank/micro，RDMA十几ms，可藏)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本项目「PP=1」的信条在10T/10M全面终结。代际差异不再是「950DT免PP」，而是：①950DT能把整个stage(含DP/EP)整建制收进一个pod，A3只收得下TP×CP、DP/EP仍要跨pod；②同等PP下950DT per-rank余量翻倍(~65GB vs A3~48GB顶格)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结构性变化（二）：KV 卷土重来 · 均匀 10M 算力不成立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③ KV 200~250GB/seq：rollout 并发重新被 KV 卡死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V4 Pro 靠压缩KV把1M打回「KV是零头」；10M又把它抬回来 —— A3上单序列KV就要4~5个die的空闲HBM，推理组TP×CP要32~64起步，b掉回个位数~十几。FP8 KV/更激进压缩从「杠杆」变成「刚需」</a:t>
            </a:r>
          </a:p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④ 端到端：均匀 10M 的 RL 在算力上不成立 → 长度 curriculum 成为算法刚需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若每条轨迹都拉满10M(B=4096)，单次迭代token量≈4.1×10¹⁰(V4 Pro的~38倍)，A3 8192die上仅训练更新就~7h，加rollout每迭代0.5~1.5天，500迭代=半年到两年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唯一出路：长度分布做curriculum，均值S̄≈1~2M、10M只作P95尾部 —— 此时每迭代3~6h，500迭代≈9~18周，回到可执行区间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94760"/>
          <a:ext cx="11247117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255"/>
                <a:gridCol w="2610938"/>
                <a:gridCol w="3213462"/>
                <a:gridCol w="3213462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Pro@1M口径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X-10T@10M(均匀)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X-10T+curriculum(S̄≈1.5M)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GBS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4096条(长轨迹减半)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token/迭代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~1.1×10⁹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4.1×10¹⁰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~6×10⁹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每迭代墙钟(A3基线卡数)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1~2h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0.5~1.5天（不可行）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3~6h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500~1000迭代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6~17周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半年~两年 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9~30周 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10T/10M 训练侧卡数：A3（64GB/die，超节点=384die）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2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914400"/>
                <a:gridCol w="6583680"/>
                <a:gridCol w="219456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N(die)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配置(per-die峰值@10M)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物理规模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基线(纯HBM)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TP8·CP32·PP4·DP8(EP256/stage)：优化器17.1+激活14.4+专家4.8+非专家6.3≈42.5+缓冲≈48GB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4096卡=512节点≈21个超节点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激进档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6144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同构缩排→~54GB，余量薄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3072卡=384节点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优化器offload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TP8·CP32·PP4·DP4(EP128)：梯度4.9+激活14.4+专家9.7+非专家6.3≈40GB；DRAM 140TB÷256节点=547GB/节点 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2048卡=256节点≈11个超节点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offload地板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~3072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DRAM-bound：140TB÷192节点=729GB/节点，叠加KV tiering后逼近1.5TB上限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1536卡=192节点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结构要点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TP×CP=256 ≤ 384（模型并行组收在超节点内）；DP/EP 梯度 allreduce 跨pod走RDMA，量∝1/N可重叠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沙箱必须分离（DRAM已被优化器切片+KV tiering占满）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140TB offload 换入换出：每节点547GB每步往返须与反向重叠，PCIe 5.0聚合~512GB/s/节点→~2s，反向窗口需≥2s(10M下满足)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10T/10M 训练侧卡数：950DT（144GB/rank，超节点=1024卡）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组网前提：EP的a2a必须收在灵衢域内 → EP≤1024/TP=128；最优放置=一个超节点承载一个PP stage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4712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914400"/>
                <a:gridCol w="6492240"/>
                <a:gridCol w="210312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N(卡)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配置(per-rank峰值@10M)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物理规模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基线(纯HBM，PP=4)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TP8·CP32·PP4·DP4(EP128)：优化器34.2+激活14.4+专家9.7+非专家6.3≈65GB ≤130 ✓余量大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4个超节点=64柜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PP=1变体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TP8·CP64·DP8：EP仍被pod卡在128→专家38.7GB，合计~127GB贴预算上限，不推荐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4超节点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纯HBM下限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TP8·CP32·PP2·DP4：优化器68.4→合计~129GB贴线 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不成立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优化器入CPU池(PP=2)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TP8·CP32·PP2·DP4(EP128)：梯度9.8+激活28.7+专家19.3+非专家12.5≈70GB；140TB÷2pod=70TB/超节点池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2个超节点=32柜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pod化后950DT与A3结构同型（都要PP），真正的代际优势三条：①stage整建制收进一个pod（A3只收得下TP×CP）；②同等PP下per-rank余量65 vs 48；③offload判定从A3「每节点547GB硬约束」松成「每pod池70TB容量」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HBM 占用总表：A3 · 3档重计算（含瞬时缓冲修正）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L_stage=L/PP=20；c1(锚点/层,per-die)=0.72GB，c2(整层/层,per-die)=8.64GB(仍按×12估算)；真正最优 a*=√(L_stage·c2/c1)≈15.5——比L_stage=20(选择性)略小，比√L_stage≈4.5(激进)大得多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15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6925"/>
                <a:gridCol w="1997152"/>
                <a:gridCol w="1156245"/>
                <a:gridCol w="1366472"/>
                <a:gridCol w="1051132"/>
                <a:gridCol w="1051132"/>
                <a:gridCol w="946019"/>
                <a:gridCol w="1892038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占64GB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A3基线(8192die)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172.80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200.97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A3基线(8192die)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选择性(a=20,含缓冲)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11.08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17.09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23.04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51.21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A3基线(8192die)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激进(a=4,含缓冲)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74.25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反而超预算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A3offload(4096die)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172.80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193.60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303%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A3offload(4096die)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选择性(a=20,含缓冲)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23.04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43.84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A3offload(4096die)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激进(a=4,含缓冲)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46.08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66.88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105%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反而超预算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605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比V4 Pro更严重的反直觉：激进重计算在X-10T上直接从「可行」变「不可行」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P把层数切成L_stage=20(比V4Pro全局L=61小得多)后，a*≈15.5离L_stage=20(选择性)很近、离√L_stage≈4.5(激进的传统取法)很远——「按√L取锚点数」这个经验法则在层数变少后失效，选择性重计算不仅仍是更优解，而且激进重计算这次真的会把方案推过预算线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启示：PP切分之后，重计算策略要按每个stage的L_stage重新评估a*，不能照抄全局L算出来的锚点数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HBM 占用总表：950DT · 3档重计算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7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2684"/>
                <a:gridCol w="1942684"/>
                <a:gridCol w="1124712"/>
                <a:gridCol w="1329205"/>
                <a:gridCol w="1022465"/>
                <a:gridCol w="1022465"/>
                <a:gridCol w="920218"/>
                <a:gridCol w="1942684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占144GB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950DT基线(4096卡,PP4)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34.18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172.80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222.90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155%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950DT基线(4096卡,PP4)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选择性(a=20,含缓冲)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34.18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23.04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73.14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950DT基线(4096卡,PP4)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激进(a=4,含缓冲)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34.18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96.18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可行但费于选择性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950DToffload(2048卡,PP2)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31.84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9.77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345.60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387.20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269%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950DToffload(2048卡,PP2)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选择性(a=40,含缓冲)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31.84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9.77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37.44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79.04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55%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950DToffload(2048卡,PP2)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激进(a=6,含缓冲)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31.84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9.77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61.92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103.52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可行但费于选择性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947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950DT因预算更大(144GB vs 64GB)，激进重计算的代价没有把方案推过预算线，但同样比选择性更费——「更少锚点≠更省」这个V4 Pro发现的规律，在PP切分后的X-10T上依然成立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两个物理规模都在§4已定的范围内：基线4096卡(4个1024卡超节点)，offload 2048卡(2个超节点)——含瞬时缓冲修正后余量比原口径(45%/49%)收窄到51%/55%，但都还有实打实的安全裕量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rollout(10M) HBM 占用：四套训练配置各自的decode并行设计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3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decode不分PP，把训练态按stage切开的专家平面重新拼回全量：EP_infer=EP_train(每stage)×PP_train——4套训练配置PP不同(4/4/4/2)，折算出的EP_infer也不同(1024/512/512/256)，不是统一512。TP沿用训练=8</a:t>
            </a:r>
          </a:p>
          <a:p>
            <a:pPr algn="l">
              <a:spcAft>
                <a:spcPts val="100"/>
              </a:spcAft>
            </a:pPr>
            <a:r>
              <a:rPr sz="96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CP按「容量下限×2倍余量」同一套方法重设(b=8,BF16 KV)：A3两套配置CP从训练的32降到16(减半)，950DT两套配置降到8(降到1/4)——950DT预算余量更大，能比A3压得更狠，跟V4Pro的规律一致；X-10T整体压缩幅度比V4Pro小，因为KV容量本身是大头(第7页V4Pro能压到CP=1~6)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1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5582"/>
                <a:gridCol w="1263721"/>
                <a:gridCol w="1137349"/>
                <a:gridCol w="1074163"/>
                <a:gridCol w="2653814"/>
                <a:gridCol w="1074163"/>
                <a:gridCol w="1074163"/>
                <a:gridCol w="1074163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N(die/卡)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EP_infer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底座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CP:训练32→decode(DP)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KV_die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29.83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32→16 (DP64)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43.90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34.67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32→16 (DP32)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14.06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48.73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34.67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32→8 (DP64)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62.79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44.34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32→8 (DP32)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28.12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72.46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A3基线的底座(29.83GB)比其余三套都低——EP_infer=1024(=256×PP4)比另两套A3/950DT配置的512更大，专家分摊到更多die上，单die权重份额反而更小；这是PP折叠规则的副产品，不是刻意设计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四套配置占预算22~76%，均有余量，可行——FP8 KV可在此基础上再省一半KV_die，把CP进一步减半、DP再翻倍(方法同第7页V4Pro的FP8变体)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跟V4Pro对比：V4Pro的KV是零头，CP能压到接近1(第7页A3基线1M仅需CP=4)；X-10T的KV是大头(10M原生上下文)，CP最多压到训练值的1/4，压不到V4Pro那种幅度——这正是「KV是新瓶颈」在并行配置层面的对应版本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τ_local：同样是「三种能分块，TP是例外」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和V4 Pro同一套判据：CP的KV跳、EP的token chunk、DP的梯度分桶都有「独立小单元、算完就发」的结构，是主流框架标准做法；TP的all-reduce要拼成一个完整值供FFN用，没有对应结构，是例外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7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5356"/>
                <a:gridCol w="3183147"/>
                <a:gridCol w="2334307"/>
                <a:gridCol w="2334307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通信类型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能否被藏住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V_TP(all-reduce)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默认暴露，难分块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V_EP(dispatch+combine)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4.5%→≈0%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0.9%→≈0%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V_CP(ring)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设计上就能藏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8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t_ZeRO2(DP同步)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0.84%→≈0%*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0.06%→≈0%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2900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结论：三种标准优化都做了之后，A3每层默认开销≈τ_TP=3.9%，950DT≈0.76%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和V4 Pro结构完全一致(5.2%/1.0%)，绝对值略低——因为X-10T的T_comp_stage(单stage算力窗口)相对更大，稀释了通信占比。若三者全部裸跑(最坏情况)：A3=3.9%+4.5%+0.84%=9.2%，950DT=0.76%+0.9%+0.06%=1.7%，仍在安全阈值内</a:t>
            </a:r>
          </a:p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* A3的DP同步实际跨pod：TP×CP=256已经收满超节点(384)的大部分，DP=8这个维度落在超节点外，梯度同步要走RDMA(~50GB/s)而不是UB(196GB/s)，t_ZeRO2因此比「直接沿用196GB/s」的估计高约4倍(仍很小)；950DT因TP×CP×DP=1024正好=1个超节点容量，DP留在超节点内，用灵衢即可，不受此影响——这也是「950DT能把整个stage(含DP/EP)收进一个pod」这条结论的又一处印证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PP新增的stage间P2P检查(机制不同，是「跨pod流水线传递」不是「层内通信」)：A3(PP4)/950DT(PP4) τ_PP_local≈0.08%；950DT(PP2,含mHC×4放大)τ_PP_local≈0.17%——两者都远小于1%，PP本身不是问题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同样的工程优先级：EP/DP分块先做(现成技术，几乎零风险)，TP重叠工程可以往后排——这条结论从V4 Pro到10T没有变化，说明它是稀疏MoE+TP架构的通用规律，不依赖具体规模</a:t>
            </a:r>
          </a:p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EP这一项有真实依据支撑(非纯理论)：DeepSeek官方论文披露V4 Pro的Fine-Grained EP Scheme(专家分wave+MegaMoE融合kernel)实测1.5~2×加速(第11页详述)；X-10T是假想架构，假设采用同类技术，但未经实测验证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Decode 延迟：同样的「950DT该攻δ不该攻带宽」结论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decode不分PP(rollout用全量EP512/TP8，无PP)，δ开销按L=80层计(6次/层×80层×10µs=4.80ms，比V4Pro的3.66ms更大——层数更多，δ开销跟着涨)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16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3991"/>
                <a:gridCol w="1472837"/>
                <a:gridCol w="1205048"/>
                <a:gridCol w="1740625"/>
                <a:gridCol w="1338942"/>
                <a:gridCol w="1740625"/>
                <a:gridCol w="120504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δ开销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权重读占比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δ占比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A3(BF16非专家)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21.67ms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0.19ms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26.65ms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A3(FP8非专家)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13.85ms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0.19ms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18.84ms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950DT(BF16非专家)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8.67ms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13.54ms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950DT(FP8非专家)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5.54ms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10.42ms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53%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033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结论方向和V4 Pro完全一致，数值更极端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① A3上权重读占74~81%，比V4Pro(60~67%)更高——因为底座是全量EP512/TP8(不分PP，10T的P_e比V4Pro大得多)，带宽提升在A3上依然是最有效的杠杆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② 950DT上δ占比35~46%，跟V4Pro(54~61%)相比占比略低，但绝对值(4.80ms)比V4Pro(3.66ms)更大(因为L=80&gt;61，层数越多δ开销越大)——950DT该攻δ本身(减少每层通信次数)这条结论在X-10T上依然成立，而且随着模型层数变多，δ这一项会持续变得更重要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一个新的杠杆：层数L直接决定δ开销的大小——如果未来模型继续加深(L继续增大)，即使硬件带宽不变，δ开销会线性增长，迟早反超权重读成为decode的唯一大头，这是比「带宽要不要升级」更值得长期关注的趋势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5-6 · rollout 侧（10M）与端到端 / 数据量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rollout 侧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底座~5.2TB(专家FP4+非专家BF16，rollout不做FP8 cast)，EP512/TP8摊薄后≈专家9.7+非专家25≈35GB/rank —— 非专家BF16在0.2T体量下不再是零头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KV是新瓶颈：200~250GB/seq → A3推理组32~64die才能供b=8~16并发；950DT推理组16~32卡同等并发。FP8 KV+淘汰远端KV到DRAM池是标配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decode：稀疏index下每步读量≈激活权重~55GB(FP4)分摊到组内，不是瓶颈；瓶颈在KV容量(并发)与index检索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prefill 10M：~2.2×10¹⁸FLOPs/序列，512die组~33s/条 —— chunked prefill + PD分离(950PR伺候prefill)从优化项变成必选项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数据量（curriculum 前提下）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轨迹存储：~100~200TB(20MB/条文本×10⁶⁺条)；500~1000迭代≈9~30周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数据侧：任务库要从「repo级任务」升级到长横向任务(多日agent session、全仓库改造、长流程GUI)，unique任务10万+要求不变，但单任务环境状态和reward验证链路重得多 —— 数据工程量的增长可能超过算力增长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CPU DRAM 建模：V4 Pro（~1.57T）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每节点/柜 DRAM = OS/框架(50GB,沿用既有惯例) + 优化器offload(仅offload方案,=总优化器字节/节点数) + KV tiering(仅当rollout峰值超HBM预算时才有)</a:t>
            </a:r>
          </a:p>
          <a:p>
            <a:pPr algn="l">
              <a:spcAft>
                <a:spcPts val="100"/>
              </a:spcAft>
            </a:pPr>
            <a:r>
              <a:rPr sz="10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V4 Pro压缩KV在所有已核实配置下都装得进HBM(第6页,25~43%预算)——KV tiering这一项恒为0，CPU DRAM的账只剩「要不要offload优化器」一个变量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4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1573"/>
                <a:gridCol w="1379363"/>
                <a:gridCol w="1167153"/>
                <a:gridCol w="1591573"/>
                <a:gridCol w="1167153"/>
                <a:gridCol w="1167153"/>
                <a:gridCol w="1803783"/>
                <a:gridCol w="137936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OS/框架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优化器offload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tiering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48节点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~3%(vs1.5TB)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916.7GB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966.7GB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64%/48%(vs1.5TB/2TB)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可行但吃紧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4计算柜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50GB/柜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50GB/柜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&lt;1%(vs~12TB/柜自然容量)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2044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两个结论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CPU DRAM在V4 Pro规模上从来不紧张：唯一有分量的负担是A3optimizer offload方案背的22TB优化器状态，摊到24节点后967GB/节点，仍在1.5~2TB预算内，只是余量比不offload时(50GB)收窄了不少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② 950DT因为CPU:NPU全共享池化(不是每节点独立DRAM)，即使不offload，账目也停留在GB级(50GB/柜)，对比~12TB/柜的自然容量，占比可以忽略——这也是为什么950DT基线方案完全不需要考虑DRAM约束</a:t>
            </a:r>
          </a:p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待确认：950DT的OS/框架开销沿用A3的50GB惯例，未经独立验证；且若未来V4 Pro rollout并发b推得更高，KV tiering这一项可能从0变为正值，需要重新核这张表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CPU DRAM 建模：X-10T（~10T）· KV精度成为新变量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与V4 Pro的关键差异：X-10T的BF16 KV在A3上超HBM预算42%(第19页)，KV tiering第一次从0变成一个真实存在的独立变量——是否用FP8 KV，直接决定CPU DRAM要不要多背一笔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6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468"/>
                <a:gridCol w="954944"/>
                <a:gridCol w="1697678"/>
                <a:gridCol w="1061049"/>
                <a:gridCol w="1485468"/>
                <a:gridCol w="1273258"/>
                <a:gridCol w="1273258"/>
                <a:gridCol w="2015993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KV精度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OS/框架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优化器offload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tiering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512节点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430.7GB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480.7GB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32%/24%(vs1.5/2TB)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256节点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546.9GB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430.7GB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1027.6GB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69%/51%(vs1.5/2TB)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546.9GB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596.9GB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40%/30%(vs1.5/2TB)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4个1024卡pod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800GB/pod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800GB/pod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0.4%(vs192TB自然容量)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2个1024卡pod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800GB/pod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70000GB/pod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70800GB/pod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37%(vs192TB自然容量)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77639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三个结论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① A3offload+BF16 KV是全表最紧的一档(69%/51%)：优化器offload(547GB)和KV tiering(431GB)两笔账第一次同时叠加在同一个节点上——这是唯一需要「双重背锅」的组合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② FP8 KV对CPU DRAM的价值比对HBM更大：它不仅让HBM刚好卡线(第19页98%)，还直接抹掉了CPU侧430.7GB/节点的tiering负担——同一个精度选择，在HBM和DRAM两本账上都是关键杠杆，不是只省一份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950DT的池化优势在10T尺度上被放大：即使offload全部140TB优化器状态，占用也只有自然容量的37%——差距不是「谁更省」，是「有没有节点边界」，池化架构把「每节点DRAM」这道题直接改成了「每pod总容量」，量级完全不是一回事</a:t>
            </a:r>
          </a:p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局限性：KV tiering的430.7GB是「超出部分直接算作待搬迁量」的简化估计，未考虑分层存储的实际调度粒度和冗余；950DT的OS开销(800GB/pod=50GB×16柜)是沿用A3惯例的线性外推，未独立验证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卡数总表：现状 → 10T/10M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1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291840"/>
                <a:gridCol w="4206239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代际·方案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Pro(1.57T/1M)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X-10T(10T/10M)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倍数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纯HBM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768die(384卡/48节点)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8192die(4096卡/512节点)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×10.7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优化器offload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384die(192卡/24节点)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4096die(2048卡/256节点)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×10.7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纯HBM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256卡(4柜)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4096卡(4个1024卡超节点，64柜)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950DT+CPU池offload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2048卡(2个超节点，32柜)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规律：参数×6.4、上下文×10 → 卡数×8~16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超出参数线性的部分来自10M激活锚点与KV的乘积项；950DT倍数更高是因为V4 Pro时代144GB/rank余量大、基数被压得低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两个「×6.4」（权重、优化器）是参数带来的纯线性项；两个「×13~17」（激活、KV）是参数×上下文的乘积项 —— 这是 10T/10M 卡数涨幅超出参数比例的根本原因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 · 风险与待定项（V4 Pro + 10T/10M 汇总）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V4 Pro（已被工程验证 / 收窄的项）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mHC(hc_mult=4) ×4显存最坏情形已被官方工程排除：fused kernels+细粒度重算+DualPipe重叠，墙钟开销压到1F1B stage的6.7% —— 风险转移为Ascend/CANN复现内核工程量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KV/index体量为分层估算(层0/1双128×、末层ratio=0语义待定)，可用本地perf_model精算；FP4梯度路径仍按BF16 2B计，若也降精度22TB还有下探空间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10T/10M（结构性未知项）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X-10T结构为假设：专家粒度/共享专家/mHC层数一旦不同，四个决定性字节量需重算（公式已给，线性替换）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PP回归的工程成本：长序列micro=1使流水bubble不可忽略，需interleaved 1F1B/DualPipe/zero-bubble；mHC使stage边界张量×4(950DT跨pod P2P从0.7升到~2.9GB/rank/micro，~58ms，仍可藏但余量变薄)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curriculum的长度分布(S̄、P95)是算法超参，直接决定端到端墙钟，需与算法侧共同敲定；10M的CPU DRAM峰值账（KV tiering ~450GB/节点量级）本文只点到，需按§5.3框架展开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结论：从 1.57T/1M 到 10T/10M 的三句话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① 优化器状态是唯一贯穿两代的主导项</a:t>
            </a:r>
          </a:p>
          <a:p>
            <a:pPr algn="l">
              <a:spcAft>
                <a:spcPts val="1800"/>
              </a:spcAft>
            </a:pPr>
            <a:r>
              <a:rPr sz="13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22TB→140TB，∝参数线性，卡数下限公式从 V4 Pro 到 X-10T 原样继承，只是数字×6.4</a:t>
            </a:r>
          </a:p>
          <a:p>
            <a:pPr algn="l">
              <a:spcAft>
                <a:spcPts val="10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② PP 从「950DT 可以不开」变成「两代都必须开」</a:t>
            </a:r>
          </a:p>
          <a:p>
            <a:pPr algn="l">
              <a:spcAft>
                <a:spcPts val="1800"/>
              </a:spcAft>
            </a:pPr>
            <a:r>
              <a:rPr sz="13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10M 把激活锚点和 EP 通信域同时推过超节点边界，「一个超节点=一个PP stage」是新的最优放置范式</a:t>
            </a:r>
          </a:p>
          <a:p>
            <a:pPr algn="l">
              <a:spcAft>
                <a:spcPts val="10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③ 卡数涨幅（×8~16）超过参数涨幅（×6.4），差额来自「参数×上下文」的乘积项</a:t>
            </a:r>
          </a:p>
          <a:p>
            <a:pPr algn="l">
              <a:spcAft>
                <a:spcPts val="600"/>
              </a:spcAft>
            </a:pPr>
            <a:r>
              <a:rPr sz="13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均匀拉满10M在算力上不成立，长度curriculum从「算法优化」变成「工程刚需」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