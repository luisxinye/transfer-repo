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Agentic RL 后训练可行性分析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lang="zh-CN">
                <a:solidFill>
                  <a:srgbClr val="D8DDE4"/>
                </a:solidFill>
                <a:latin typeface="PingFang SC"/>
                <a:ea typeface="PingFang SC"/>
                <a:cs typeface="PingFang SC"/>
              </a:rPr>
              <a:t>内存峰值诉求  ·  带宽瓶颈判定（相对判据）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(MoE) · 华为 A2 / A3 / 950DT · 文本 / 图片 / 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B8C0CC"/>
                </a:solidFill>
                <a:latin typeface="PingFang SC"/>
                <a:ea typeface="PingFang SC"/>
                <a:cs typeface="PingFang SC"/>
              </a:rPr>
              <a:t>内存看峰值（HBM + CPU DRAM，含沙箱细致建模）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带宽看相对：τ=通信/计算（能否掩盖）· ρ=通信/端到端（含序列化/Ray 开销，是否可忽略）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 · 方法总览：峰值内存 + 相对带宽判据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59280"/>
                <a:gridCol w="3253740"/>
                <a:gridCol w="604266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口径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判定方式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单卡峰值 = max(训练相, 推理相)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峰值 vs 64 / 128 / 144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单节点峰值 = Σ 同时驻留来源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峰值 vs ~1.5 TB/节点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带宽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相对判据，不看绝对传输时间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 = 通信/计算（掩盖）；ρ = 未掩盖通信/端到端（占比）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4048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带宽判定两条原则（核心思路）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① 通信时间长 ≠ 瓶颈：若同阶段计算更长且可重叠，通信被掩盖 → 加带宽无收益（判据 τ）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② 即便某段通信无法掩盖，若相对端到端可忽略，也无必要加带宽（判据 ρ）</a:t>
            </a:r>
          </a:p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    端到端时间必须含：D2H/H2D 传输 + 序列化/反序列化 + Ray 静态开销（对经验数据面，这些软件开销 &gt;&gt; 线上传输）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 · HBM 诉求（NPU 单卡峰值，训练相/推理相取 max）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训练相 = 静态40GB + 激活(∝S)   ·   推理相 = 权重底座9GB + KV(∝b×S)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3352"/>
                <a:gridCol w="2231136"/>
                <a:gridCol w="2417064"/>
                <a:gridCol w="1487424"/>
                <a:gridCol w="1487424"/>
                <a:gridCol w="18592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训练相峰值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推理相峰值(b=32)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A2(64)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A3(128)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950DT(144)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~53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~34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~65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~60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~141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~211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3832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敏感变量 = 序列长 S（激活 ∝ S，KV ∝ b×S）；静态 40GB 三代都容得下。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文本：峰值由训练相主导（53 vs 34），三代可行（A2 紧）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图片：训练相 65GB 超 A2；A3/950DT ✅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• 视频：两相都破 → 训练激活 101GB 需序列并行/PP 切激活；推理 KV 需降并发+offload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  三代都要动并行/offload：A2 不可行、A3 勉力（b≈16 不 offload 或 b=32 offload）、950DT 余量最大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 · CPU DRAM 诉求 —— 沙箱细致建模（单节点峰值）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峰值公式：DRAM_沙箱 = C_traj × f_sb × [ M_base + κ·(M_spike − M_base) ] + M_shared</a:t>
            </a:r>
          </a:p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★ RL 波同步 → 同波轨迹尖峰对齐、相关叠加（κ=0.5~0.8），必须按峰值记账、不能按平均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55677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2994"/>
                <a:gridCol w="1052422"/>
                <a:gridCol w="1262907"/>
                <a:gridCol w="1262907"/>
                <a:gridCol w="947180"/>
                <a:gridCol w="3157267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Agent 类型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f_sb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M_base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M_spike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κ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每节点峰值(64 并发)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轻工具（搜索/计算）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~4 GB（可忽略）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Coding 中等（解释器+科学库）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~106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SWE 重型（仓库+依赖+pytest）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4.0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~280 GB（含页缓存）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GUI（headless 浏览器）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~42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8920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沙箱是 CPU DRAM 的头号不确定变量：轻工具 GB 级可忽略 → SWE 重型 ~280GB/节点（与视频 KV offload 同量级）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不可解析、需压测；降峰开关：降 rollout 并发 · 异步 rollout 打散 κ · 轻量沙箱(WASM/进程池) · 检索索引放独立节点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 · CPU DRAM 峰值叠加与判定（vs 1.5 TB/节点）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79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46704"/>
                <a:gridCol w="1115568"/>
                <a:gridCol w="1301495"/>
                <a:gridCol w="1487424"/>
                <a:gridCol w="1022604"/>
                <a:gridCol w="1394460"/>
                <a:gridCol w="1487424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场景组合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缓冲区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offload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优化器 offload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沙箱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合计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vs 1.5TB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+ coding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~156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10%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+ GUI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3.4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42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~95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6%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轻工具 (A3)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~465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31%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SWE 重 (A3)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280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~741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49%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+ SWE 重 (A2, +优化器offload)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400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176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280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~917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61%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最坏堆叠 (b=16 + SWE + 索引100G)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176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380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~1.42 TB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95%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常规组合 1.5TB ✅ 够用（占 10%–50%）。危险 = 视频高并发 KV offload × 重型沙箱 × A2 优化器 offload 同时堆叠 → 逼近 1.5TB。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 · 带宽判据框架：τ（计算掩盖）与 ρ（端到端占比）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2331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743200"/>
                <a:gridCol w="2926080"/>
                <a:gridCol w="310896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判据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定义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&lt; 阈值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&gt; 阈值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 = T_comm / T_compute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通信能否被同阶段计算掩盖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τ&lt;0.5 ✅ 掩盖，加带宽无收益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τ&gt;1 ❌ comm-bound，需加带宽/换 fabric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 = T_未掩盖 / T_e2e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未掩盖通信相对端到端占比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ρ&lt;5% ✅ 可忽略，无必要加带宽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ρ&gt;15% ❌ 显著拖慢（多为软件开销）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832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T_e2e = 计算 + 未掩盖通信 + 数据面（D2H/H2D + 序列化/反序列化 + Ray 静态开销）</a:t>
            </a:r>
          </a:p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两个 regime：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带宽型（prefill / logprob / 训练 fwd+bwd，大消息批量）→ 用 τ 判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延迟型（decode，逐 token 串行 94 层×2 次小 all-to-all）→ 看每步通信能否藏进 KV 读窗口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关键性质：τ 与场景近似无关（通信与 matmul 计算同 ∝ tokens）；视频注意力 ∝S² 让计算更重 → τ 更小 → 通信更好藏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 · 卡间互联带宽（scale-up）：EP all-to-all τ 判定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文本口径 · 单卡·每迭代 · 格式 T_comm / T_compute → 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5568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63040"/>
                <a:gridCol w="2560320"/>
                <a:gridCol w="2377440"/>
                <a:gridCol w="2377440"/>
              </a:tblGrid>
              <a:tr h="512064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阶段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单卡通信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 (32.5GB/s)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A3 (392GB/s)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950DT (2TB/s)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Rollout prefill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12.9 TB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398/308 → τ=1.29 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33/144 → τ=0.23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6/115 → τ=0.06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logprob 前向 (old+ref)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51.7 TB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1590/1230 → 1.29 ❌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132/577 → 0.23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26/461 → 0.06 ✅✅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 fwd+bwd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51.7 TB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1590/1845 → 0.86 ⚠️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132/865 → 0.15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26/692 → 0.04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decode（延迟型）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99 MB/步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7.7ms vs 15.8ms ⚠️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0.8ms vs 7.9ms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0.43ms vs 6.3ms ✅✅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02336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C02828"/>
                </a:solidFill>
                <a:latin typeface="PingFang SC"/>
                <a:ea typeface="PingFang SC"/>
                <a:cs typeface="PingFang SC"/>
              </a:rPr>
              <a:t>• A2 ❌：纯前向 τ≈1.3（comm-bound）+ 训练 0.86 + 延迟长尾 → 瓶颈；解法是换超节点 fabric（结构），非渐进加带宽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A3 ✅：全阶段 τ=0.15–0.23，富余 4–6 倍 → 互联带宽不是瓶颈，加带宽无收益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950DT ✅✅：τ=0.04–0.06，富余 ~20 倍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• τ 与场景近似无关 → 视频更宽松，三场景同判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 · 网络/主机带宽：经验数据面（ρ 判据）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经验数据（边 C/E/F 含压缩帧）原始字节：任何代际都是零头（视频 170GB/16节点/25GB/s ≈ 0.4s）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55677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064"/>
                <a:gridCol w="1494064"/>
                <a:gridCol w="2589711"/>
                <a:gridCol w="1992085"/>
                <a:gridCol w="1294855"/>
                <a:gridCol w="2290898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V_batch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T_dataplane(基线)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T_e2e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ρ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判定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2.5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~20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~2620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可忽略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~370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~5240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~7%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可感知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170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~1130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~2万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~5–6%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可感知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任意 + TQ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同上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降 &gt;10×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&lt;1%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79476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真实开销在软件路径，不是网卡：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T_dataplane = n_transits(基线≈10) × V/BW_serdes(driver单进程 pickle ~1.5GB/s) + Ray RPC 静态开销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图片/视频 ρ≈5–7% 的构成是 driver 序列化 + Ray 往返 —— 加网络带宽解决不了（线上传输占其中&lt;5%）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解药 = TQ 式控制面/数据面分离 + worker 分布式直读写（n_transits 10→~0，serdes 并行）→ ρ&lt;1%，并消除 driver 单点 DRAM 汇聚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6 · （下一步）显存带宽：decode 实为 KV-read bound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76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3396"/>
                <a:gridCol w="2566793"/>
                <a:gridCol w="1777010"/>
                <a:gridCol w="1777010"/>
                <a:gridCol w="1579565"/>
                <a:gridCol w="217190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KV/卡(文本 b=32)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带宽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读/步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计算/步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互联通信/步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25.3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1.6 TB/s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15.8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2.4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7.7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A3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25.3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3.2 TB/s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7.9 ms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1.1 ms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0.8 ms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950DT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25.3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 TB/s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6.3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0.9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0.43 ms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4290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decode 每步墙钟 ≈ KV 读时间 ×7（vs 计算）→ rollout 真正的带宽杠杆是 HBM 带宽，而非卡间互联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杠杆按序：FP8/INT8 KV（读量减半） &gt; 提高 HBM BW（代际） &gt; GQA（已用） &gt; 降并发（牺牲吞吐）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视频 KV offload 后每步还叠 PCIe 读 → 进一步恶化，是下一步分析重点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这也解释 §4 侧影：A3/950DT 上互联通信轻松藏进 KV 读窗口内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7 · 综合结论：汇总矩阵（A2 / A3 / 950DT）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2417064"/>
                <a:gridCol w="2231136"/>
                <a:gridCol w="371856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文本 16k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图片 32k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视频 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HBM 峰值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✅紧 / ✅ /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❌ / ⚠️（需序列并行+offload）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CPU DRAM 峰值（含沙箱）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~156GB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~95GB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✅~⚠️ 465–917GB（最坏 1.4TB ❌）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卡间互联（τ 判据）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C0282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❌ / ✅ / ✅✅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decode 延迟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/ ✅ / ✅✅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同左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offload 后转 PCIe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网络数据面（ρ 判据）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✅ ρ&lt;1%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ρ≈7%（软件）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B87A0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⚠️ ρ≈5–6%（软件）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HBM 看场景（S）· CPU DRAM 看沙箱 · 卡间互联看代际（A2 需换 fabric）· 网络看软件路径（TQ 而非带宽）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2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 · 对带宽的诉求（一句话版）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Agentic RL 后训练可行性 · 内存峰值与带宽瓶颈判定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① 卡间互联</a:t>
            </a:r>
          </a:p>
          <a:p>
            <a:pPr algn="l">
              <a:spcAft>
                <a:spcPts val="12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A2 comm-bound（纯前向 τ≈1.3）—— 要的是超节点 fabric（结构），非渐进加带宽；A3 τ≈0.15–0.23、950DT τ≈0.05，全部被计算掩盖 → 加互联带宽无收益。</a:t>
            </a:r>
          </a:p>
          <a:p>
            <a:pPr algn="l">
              <a:spcAft>
                <a:spcPts val="400"/>
              </a:spcAft>
            </a:pPr>
            <a:r>
              <a:rPr sz="16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② scale-out 网络</a:t>
            </a:r>
          </a:p>
          <a:p>
            <a:pPr algn="l">
              <a:spcAft>
                <a:spcPts val="12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经验数据原始字节秒级搬完，任何场景都无必要为数据面加网卡带宽；图片/视频 ρ≈5–7% 的开销是 driver 序列化 + Ray（软件）→ 解药是 TQ 直通，不是带宽。</a:t>
            </a:r>
          </a:p>
          <a:p>
            <a:pPr algn="l">
              <a:spcAft>
                <a:spcPts val="400"/>
              </a:spcAft>
            </a:pPr>
            <a:r>
              <a:rPr sz="16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③ 真正值得投资的是 HBM 带宽</a:t>
            </a:r>
          </a:p>
          <a:p>
            <a:pPr algn="l">
              <a:spcAft>
                <a:spcPts val="6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decode 每步 7:1 被 KV 读支配（A3：7.9ms vs 计算 1.1ms）→ FP8 KV、更高 HBM BW 代际、避免 KV 落 PCIe，才是 rollout 侧的带宽杠杆。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11064240" cy="8229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/>
            <a:r>
              <a:rPr sz="13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内存看峰值（沙箱是 DRAM 头号变量）；带宽看相对——互联加不加看代际、网络看软件路径、真正的杠杆是 HBM 带宽。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PingFang SC"/>
        <a:cs typeface=""/>
        <a:font script="Jpan" typeface="ＭＳ Ｐゴシック"/>
        <a:font script="Hang" typeface="맑은 고딕"/>
        <a:font script="Hans" typeface="PingFang SC"/>
        <a:font script="Hant" typeface="PingFang S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PingFang SC"/>
        <a:cs typeface=""/>
        <a:font script="Jpan" typeface="ＭＳ Ｐゴシック"/>
        <a:font script="Hang" typeface="맑은 고딕"/>
        <a:font script="Hans" typeface="PingFang SC"/>
        <a:font script="Hant" typeface="PingFang S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