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长序列并行配置寻优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lang="zh-CN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128k / 1M 上下文  ·  N=256 die  ·  ZeRO-2  ·  按目标寻优</a:t>
            </a:r>
          </a:p>
          <a:p>
            <a:pPr algn="l">
              <a:spcAft>
                <a:spcPts val="400"/>
              </a:spcAft>
            </a:pPr>
            <a:r>
              <a:rPr sz="13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(MoE) · 长序列必开 SP/CP · 超长序列不开大 TP · per-die 64GB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B8C0CC"/>
                </a:solidFill>
                <a:latin typeface="PingFang SC"/>
                <a:ea typeface="PingFang SC"/>
                <a:cs typeface="PingFang SC"/>
              </a:rPr>
              <a:t>目标：吞吐优先 / 均衡 / 并发·显存优先，各给一套配置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物理卡：A2 256 / A3 128 / 950DT 128（A3/950DT 双 die）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 · 目标与约束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9144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与 1M 上下文窗口，各自寻优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 = 256 die（= TP×CP×PP×DP）；物理卡 A2 256 / A3 128 / 950DT 128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长序列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必开 SP（=TP，0 额外占卡，切残差激活）+ CP（切序列维：激活 &amp; KV）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超长序列(1M)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不开大 TP（TP≤8 单岛），序列缩放交给 CP，而非跨岛拉大 TP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ZeRO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ZeRO-2（只切 梯度+优化器）；不用 ZeRO-3（省掉逐层 param all-gather）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die 峰值 = max(训练阶段, 推理阶段) ≤ 64 GB（A2=A3；950DT 72 更松）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为什么 ZeRO-2 就够：专家参数已被 EP 切到 7–14GB；ZeRO-3 再沿 TP 复制维切参数只多省 ~10GB，却要每层 param all-gather——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在长序列已被 CP/TP 通信占满时不划算。ZeRO-2 只切梯度+优化器（~13GB、无逐层 all-gather），参数留复制。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per-die 显存建模（ZeRO-2）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训练阶段 = 静态 + 激活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静态(ZeRO-2) = 专家权重 454/(EP×PP) + 非专家 16/(TP×PP) + 梯度优化器 ~13   （EP=CP×DP，专家沿EP切、TP内复制）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激活 = 101 × (S/128k) / (TP×CP)                                    （SP=TP 与 CP 共同切序列）</a:t>
            </a:r>
          </a:p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推理阶段 = 底座(FP8) 227/EP + 8/TP  +  KV/die = 25.2 × (S/128k) × b / (TP×CP)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单 die 峰值 = max(训练阶段, 推理阶段) ≤ 64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两场景裸量（未分片，单序列）——长序列的显存全压在激活与 KV，二者都 ∝ 1/(TP×CP)：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11880"/>
          <a:ext cx="1115567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0646"/>
                <a:gridCol w="2359855"/>
                <a:gridCol w="2359855"/>
                <a:gridCol w="2145323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 S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训练激活（残差流）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808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∝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/ 序列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25.2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201.6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∝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注意力计算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×64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∝ S²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静态（参数+梯度+优化器）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不随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→ SP/CP 是唯一切激活/KV 的杠杆，这就是「长序列必开 SP/CP」的原因。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128k 寻优（N=256，激活 101/(TP×CP)，KV 25.2b/(TP×CP)）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6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38"/>
                <a:gridCol w="3238745"/>
                <a:gridCol w="1079581"/>
                <a:gridCol w="1079581"/>
                <a:gridCol w="629756"/>
                <a:gridCol w="1079581"/>
                <a:gridCol w="2339094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配置（EP=CP×DP, SP=TP）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吞吐优先 T1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TP8·SP8·CP1·PP1·DP32 (EP32)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 CP、DP32 最大吞吐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均衡 B1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TP8·SP8·CP2·PP1·DP16 (EP32)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CP2 换来 b=32（2× 并发）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并发/显存 C1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TP8·SP8·CP4·PP1·DP8 (EP32)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余量极大，可推 b→64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128k 下三代 die（64GB）都轻松放下——配置差异在 吞吐 ↔ 并发(b) ↔ 通信 的权衡。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从 T1→C1：CP 增大（跨节点通信增）、DP 减小（吞吐降），换来更大 b（rollout 并发）和更多余量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默认推 T1（吞吐优先、无 CP）；要高 rollout 并发选 B1（b=32）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• 单位口径：TP8=8 die 落一个 UB 岛；CP 跨节点。峰值均 &lt;64GB，A3/950DT 均可行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1M 寻优（激活 808/(TP×CP)，KV 201.6b/(TP×CP)，须 TP×CP≥32）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6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38"/>
                <a:gridCol w="3238745"/>
                <a:gridCol w="1079581"/>
                <a:gridCol w="1079581"/>
                <a:gridCol w="629756"/>
                <a:gridCol w="1079581"/>
                <a:gridCol w="2339094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配置（EP=CP×DP, SP=TP）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推理阶段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特点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吞吐优先 T2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TP8·SP8·CP4·PP1·DP8 (EP32)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 最小(4)、TP 填岛 → 通信最少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均衡 B2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TP4·SP4·CP8·PP1·DP8 (EP64)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 小(4)、CP8 承担缩放（贴合惯例）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并发/显存 C2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TP4·SP4·CP16·PP1·DP4 (EP64)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TP×CP=64 → b=16；CP16 通信最重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1M 显存紧：必须 TP×CP≥32 才放得下（激活需≳20、KV@b8 需≥28）。TP 限 ≤8，其余靠 CP。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T2 吞吐优先：TP 开满岛 8、CP 压到最小 4 —— TP all-reduce 走岛内 UB(快)，CP all-to-all 跨节点(慢)，多 TP 少 CP 更省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B2 均衡：TP=4、CP=8，更贴合「超长序列不开大 TP」；跨节点 CP 通信比 T2 多、吞吐略低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C2 并发优先：TP×CP=64 支持 b=16（2× 并发），代价是 CP16 通信最重、DP4 吞吐最低。可选 PP2 进一步省训练激活（仅训练阶段）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通信建模：新增符号·常数·公式（每序列·每 die，训练阶段）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1136"/>
                <a:gridCol w="6693408"/>
                <a:gridCol w="2231136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取值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h_q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 头总维度（64 头 × head_dim 128）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d_kv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token 每层 KV 字节（K+V 各 512 维 × BF16）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KB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 / p / N_act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MoE top-k / 激活字节(BF16) / 每token激活参数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/ 2B / 22B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ηF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per-die 有效算力 = 376 TFLOPS × MFU 0.35（假设）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≈132 TF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B_ub / B_roce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UB 单向 per die（392 bidi）/ A2 跨岛 RoCE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196 / 25 GB/s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集合通信启动时延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 µs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V_TP = 4L·(TP−1)/TP·(S/CP)·h·p          # SP 版 AG/RS（注意力块，岛内 UB）</a:t>
            </a:r>
          </a:p>
          <a:p>
            <a:pPr algn="l">
              <a:spcAft>
                <a:spcPts val="300"/>
              </a:spcAft>
            </a:pPr>
            <a:r>
              <a:rPr sz="12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V_CP = 3L·(CP−1)·(S/CP)·d_kv            # ring attention 传 KV(+dKV)，跨节点</a:t>
            </a:r>
          </a:p>
          <a:p>
            <a:pPr algn="l">
              <a:spcAft>
                <a:spcPts val="300"/>
              </a:spcAft>
            </a:pPr>
            <a:r>
              <a:rPr sz="120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V_EP = 4L·k·S/(TP·CP)·h·p               # MoE dispatch+combine，跨节点</a:t>
            </a:r>
          </a:p>
          <a:p>
            <a:pPr algn="l">
              <a:spcAft>
                <a:spcPts val="300"/>
              </a:spcAft>
            </a:pPr>
            <a:r>
              <a:rPr sz="12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T_comp = 3·[2·N_act·S + 2·L·h_q·S²]/(TP·CP·ηF)     τ = T_comm/T_comp</a:t>
            </a:r>
          </a:p>
          <a:p>
            <a:pPr algn="l">
              <a:spcAft>
                <a:spcPts val="3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约定：反向计算≈2×前向（合计×3）；TP 通信 fwd4+bwd4 ops/层；CP 反向≈2×前向；EP 反向=前向；远端占比≈1；注意力已含因果½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128k 三配置：通信量 / 通信时间 / 掩盖（每序列·每 die）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8431"/>
                <a:gridCol w="1037737"/>
                <a:gridCol w="951259"/>
                <a:gridCol w="1037737"/>
                <a:gridCol w="1210693"/>
                <a:gridCol w="1210693"/>
                <a:gridCol w="1210693"/>
                <a:gridCol w="864781"/>
                <a:gridCol w="138365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Σ通信量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Σ通信时间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计算时间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掩盖判定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T1  TP8·CP1·DP32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404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757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91.6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B1  TP8·CP2·DP16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177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417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2.1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91.6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2.3%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 TP8·CP4·DP8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88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246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1.3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22.9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5.5%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T1 无 CP 通信但 EP a2a 最大：每 die 分到的 token 最多（S/(TP·CP)=16k）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• C1 计算被 32 die 摊薄 → τ 反而最高（5.5%）：TP×CP 越大计算越薄、通信占比越高——并发优先配置的隐性代价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ZeRO-2 梯度同步每步 0.165s（EP32/TP8），与反向尾部重叠 → 完全掩盖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decode：KV_die·b ≈ 50.4GB → 31.5ms 读 + ~2ms 通信时延 ≈ 33ms/token（通信时延无法掩盖，占 ~12%）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1M 三配置：通信量 / 通信时间 / 掩盖（每序列·每 die）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8431"/>
                <a:gridCol w="1037737"/>
                <a:gridCol w="951259"/>
                <a:gridCol w="1037737"/>
                <a:gridCol w="1210693"/>
                <a:gridCol w="1210693"/>
                <a:gridCol w="1210693"/>
                <a:gridCol w="864781"/>
                <a:gridCol w="138365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Σ通信量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Σ通信时间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计算时间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掩盖判定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T2  TP8·CP4·DP8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454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807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1968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10.1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1235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B2  TP4·CP8·DP8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303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530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807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1640 GB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8.4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1235 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0.7%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 TP4·CP16·DP4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151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568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404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1123 GB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5.7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618 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可掩盖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通信量绝对值是 128k 的 3–8 倍，但 τ 反而降 ~5 倍：注意力计算 ∝S²、通信 ∝S，序列越长计算越「富余」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• 代价是绝对时间：全注意力单序列训练 1235s（≈21 min）——这是 1M 必须稀疏注意力的另一个理由</a:t>
            </a:r>
          </a:p>
          <a:p>
            <a:pPr algn="l">
              <a:spcAft>
                <a:spcPts val="400"/>
              </a:spcAft>
            </a:pPr>
            <a:r>
              <a:rPr sz="120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B2 vs T2：Σ通信 B2 少 17%，但 T2 的通信更多落在岛内 UB（V_TP 大、V_CP 小）→ 跨节点压力 T2 更小，吞吐仍 T2 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掩盖判据 · 端到端时间 · A2/稀疏敏感性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310896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掩盖机制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判据 / 结论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 ring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逐块流水：传下块 KV ∥ 算当前块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S/CP ≥ d_kv·TP·ηF/(2·h_q·B_link) ≈ 674 tok(UB)；块长≥32k → 完全掩盖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 AG/RS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关键路径，分块部分掩盖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t_TP/T_comp ≤2.9%，全暴露也只加 ≤3%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 a2a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与配对块计算交错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τ_EP ≤2.3%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ZeRO-2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与反向尾部重叠（每步一次）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0.11–0.17s ≪ 反向 ✅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42900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T_iter = ⌈B/(DP·b)⌉·(T_pf + n_out·t_dec) + (B/DP)·T_comp·(1+ε)      ε≤τ；t_dec≈33ms/token（六套配置 KV_die·b 均≈50.4GB）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128k·T1(B=16384)：rollout 2.7h + 训练 13.0h ≈ 15.7h（训练计算主导83%）；B=2048 → ~2h。1M·T2(B=1024)：3.0h + 43.9h ≈ 47h ❌</a:t>
            </a:r>
          </a:p>
          <a:p>
            <a:pPr algn="l">
              <a:spcAft>
                <a:spcPts val="400"/>
              </a:spcAft>
            </a:pPr>
            <a:r>
              <a:rPr sz="105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每波严格界：max(b·T_pf, n_out·t_dec) ≤ 每波 ≤ b·T_pf + n_out·t_dec（T_pf 记一次 = chunked prefill 充分交错的乐观读法）；按上界 128k·T1 rollout 2.7→6.7h、1M·T2 3.0→15.9h，训练主导结论不变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A2 与稀疏注意力敏感性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• A2（EP/CP 走 RoCE 25GB/s）：128k T1 的 τ≈20% 超出掩盖窗口 ❌；1M τ≈4.4% 是被「全注意力慢到不可用」撑出的假象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稀疏注意力（加速比 σ）：T_comp÷σ 而 V_TP/V_EP 不变 → τ(σ)=σ·τ(1)。1M/σ=50：A3 0.8%→40%（通信优化重新关键）；A2 →220% 彻底不可行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· 选型建议与结构性结论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208"/>
                <a:gridCol w="3997452"/>
                <a:gridCol w="51130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lang="zh-CN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anchor="ctr" marL="45720" marR="45720" marT="18288" marB="18288">
                    <a:solidFill>
                      <a:srgbClr val="222B3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显存是否紧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松（峰值 33–59 / 64）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紧（56–59 / 64，须 TP×CP≥32）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主导旋钮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b（并发）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CP（序列缩放）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默认推荐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T1  TP8·CP1·DP32（吞吐）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T2  TP8·CP4·DP8（吞吐，CP 最小）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高并发选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B1  TP8·CP2·DP16, b=32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 TP4·CP16·DP4, b=16</a:t>
                      </a:r>
                    </a:p>
                  </a:txBody>
                  <a:tcPr anchor="ctr" marL="45720" marR="45720" marT="18288" marB="18288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贴合「小 TP」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zh-CN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B2  TP4·CP8·DP8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三个结构性结论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① CP 是 1M 的命门且抬带宽：序列 all-to-all ∝ S·h，CP=4–16 跨节点量巨大 → 必须超节点 fabric（A3/950DT），A2 彻底不可行</a:t>
            </a:r>
          </a:p>
          <a:p>
            <a:pPr algn="l">
              <a:spcAft>
                <a:spcPts val="400"/>
              </a:spcAft>
            </a:pPr>
            <a:r>
              <a:rPr sz="1250" b="0" lang="zh-CN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② TP 上限=岛大小(8)，缩放交给 CP：TP&gt;8 跨岛得不偿失；用满 TP=8 再加 CP 是通信最省路径（T2）</a:t>
            </a:r>
          </a:p>
          <a:p>
            <a:pPr algn="l">
              <a:spcAft>
                <a:spcPts val="400"/>
              </a:spcAft>
            </a:pPr>
            <a:r>
              <a:rPr sz="1250" b="1" lang="zh-CN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③ decode 被 CP 兜住：KV/die 被 TP×CP 切到 ~25–50GB → 每步 KV 读 15–32ms；FP8 KV 再减半，是 1M rollout 关键杠杆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55448"/>
          <a:lstStyle/>
          <a:p>
            <a:pPr algn="ctr"/>
            <a:r>
              <a:rPr sz="2100" b="1" lang="zh-CN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附录 · 符号与公式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Agentic RL · 长序列并行配置寻优（128k / 1M · 256 die · ZeRO-2）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lang="zh-CN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符号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N=die数=256 · TP/CP/PP/DP=张量/上下文/流水/数据并行(die) · EP=CP×DP · SP=TP · S=序列长 · b=每组并发序列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h=4096 · L=94 · 专家参数~227B / 非专家~8B · 精度 训练 BF16 / 推理权重 FP8</a:t>
            </a:r>
          </a:p>
          <a:p>
            <a:pPr algn="l">
              <a:spcAft>
                <a:spcPts val="3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核心公式（per-die）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N = TP×CP×PP×DP = 256      EP = CP×DP      SP = TP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静态(ZeRO-2) = 454/(EP×PP) + 16/(TP×PP) + 13        # 专家wt + 非专家wt + 梯度优化器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训练激活    = 101 × (S/128k) / (TP×CP)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推理 KV/die = 25.2 × (S/128k) × b / (TP×CP)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底座(FP8)   = 227/EP + 8/TP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单die峰值   = max(静态+激活, 底座+KV) ≤ 64 GB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scaling     激活 ∝ S · KV ∝ b·S · 注意力 ∝ S² · CP↑ → 跨节点带宽↑</a:t>
            </a:r>
          </a:p>
          <a:p>
            <a:pPr algn="l">
              <a:spcAft>
                <a:spcPts val="300"/>
              </a:spcAft>
            </a:pPr>
            <a:r>
              <a:rPr sz="1300" b="1" lang="zh-CN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通信公式（每序列·每 die，训练阶段，详见第 6–9 页）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V_TP = 4L·(TP−1)/TP·(S/CP)·h·p   V_CP = 3L·(CP−1)·(S/CP)·d_kv   V_EP = 4L·k·S/(TP·CP)·h·p</a:t>
            </a:r>
          </a:p>
          <a:p>
            <a:pPr algn="l">
              <a:spcAft>
                <a:spcPts val="400"/>
              </a:spcAft>
            </a:pPr>
            <a:r>
              <a:rPr sz="1150" b="0" lang="zh-CN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T_comp = 3·[2·N_act·S + 2·L·h_q·S²]/(TP·CP·ηF)      τ = T_comm/T_comp = 0.7%–5.5%（A3 全可掩盖）</a:t>
            </a:r>
          </a:p>
          <a:p>
            <a:pPr algn="l">
              <a:spcAft>
                <a:spcPts val="400"/>
              </a:spcAft>
            </a:pPr>
            <a:r>
              <a:rPr sz="1150" b="1" lang="zh-CN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T_iter = ⌈B/(DP·b)⌉·(T_pf + n_out·t_dec) + (B/DP)·T_comp·(1+ε)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